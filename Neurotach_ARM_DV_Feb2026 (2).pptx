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64" r:id="rId3"/>
    <p:sldId id="272" r:id="rId4"/>
    <p:sldId id="273" r:id="rId5"/>
    <p:sldId id="266" r:id="rId6"/>
    <p:sldId id="270" r:id="rId7"/>
    <p:sldId id="260" r:id="rId8"/>
    <p:sldId id="271" r:id="rId9"/>
    <p:sldId id="27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6E97F8D-5194-4BF9-9F37-193A51E06C06}">
          <p14:sldIdLst>
            <p14:sldId id="256"/>
            <p14:sldId id="264"/>
            <p14:sldId id="272"/>
            <p14:sldId id="273"/>
            <p14:sldId id="266"/>
            <p14:sldId id="270"/>
            <p14:sldId id="260"/>
            <p14:sldId id="271"/>
            <p14:sldId id="27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66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3C0E01-BDCE-0106-6CC4-C52240F43D95}" v="5" dt="2026-03-04T12:23:32.641"/>
    <p1510:client id="{D5907E89-1A9C-C793-3544-C7E67AA6B5E7}" v="115" dt="2026-03-05T08:12:52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1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hyperlink" Target="https://github.com/chipsalliance/riscv-dv" TargetMode="Externa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5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1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9" Type="http://schemas.openxmlformats.org/officeDocument/2006/relationships/hyperlink" Target="https://github.com/chipsalliance/riscv-dv" TargetMode="External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5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C733FD-4553-4B5B-A69C-0BC28C7D397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3BB993A-0A11-414B-BE0F-6336711DFABB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>
              <a:solidFill>
                <a:srgbClr val="000000"/>
              </a:solidFill>
              <a:latin typeface="Calibri"/>
              <a:ea typeface="Calibri"/>
              <a:cs typeface="Calibri"/>
            </a:rPr>
            <a:t>20 years of </a:t>
          </a:r>
          <a:r>
            <a:rPr lang="en-US" dirty="0" err="1">
              <a:latin typeface="Calibri"/>
              <a:ea typeface="Calibri"/>
              <a:cs typeface="Calibri"/>
            </a:rPr>
            <a:t>experince</a:t>
          </a:r>
          <a:r>
            <a:rPr lang="en-US" dirty="0">
              <a:latin typeface="Calibri"/>
              <a:ea typeface="Calibri"/>
              <a:cs typeface="Calibri"/>
            </a:rPr>
            <a:t> in Design Verification (DV)</a:t>
          </a:r>
          <a:r>
            <a:rPr lang="en-US" dirty="0">
              <a:solidFill>
                <a:srgbClr val="000000"/>
              </a:solidFill>
              <a:latin typeface="Calibri"/>
              <a:ea typeface="Calibri"/>
              <a:cs typeface="Calibri"/>
            </a:rPr>
            <a:t>  SV/UVM/ASIC/IP/SOC .</a:t>
          </a:r>
          <a:endParaRPr lang="en-US" dirty="0">
            <a:solidFill>
              <a:srgbClr val="000000"/>
            </a:solidFill>
            <a:latin typeface="Calibri"/>
            <a:ea typeface="Calibri"/>
            <a:cs typeface="Arial"/>
          </a:endParaRPr>
        </a:p>
      </dgm:t>
    </dgm:pt>
    <dgm:pt modelId="{D8AC68A6-BBA3-4C10-8554-0658B641DCA1}" type="parTrans" cxnId="{068E0C27-C4B2-413E-A750-BD8D9B22706C}">
      <dgm:prSet/>
      <dgm:spPr/>
      <dgm:t>
        <a:bodyPr/>
        <a:lstStyle/>
        <a:p>
          <a:endParaRPr lang="en-US"/>
        </a:p>
      </dgm:t>
    </dgm:pt>
    <dgm:pt modelId="{710AD86E-72F1-4242-B4C4-99702F4F7BAA}" type="sibTrans" cxnId="{068E0C27-C4B2-413E-A750-BD8D9B22706C}">
      <dgm:prSet/>
      <dgm:spPr/>
      <dgm:t>
        <a:bodyPr/>
        <a:lstStyle/>
        <a:p>
          <a:endParaRPr lang="en-US"/>
        </a:p>
      </dgm:t>
    </dgm:pt>
    <dgm:pt modelId="{45A383F7-2D89-45E3-85C1-F2A57911589A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>
              <a:latin typeface="Calibri"/>
              <a:ea typeface="Calibri"/>
              <a:cs typeface="Arial"/>
            </a:rPr>
            <a:t> Flexible skill based engagement model; Lead team, Individual contributors, Milestone based deliverables. </a:t>
          </a:r>
          <a:r>
            <a:rPr lang="en-US" sz="1100" dirty="0">
              <a:latin typeface="Calibri"/>
              <a:ea typeface="Calibri"/>
              <a:cs typeface="Calibri"/>
            </a:rPr>
            <a:t>Project execution using Sprint, dashboard reflecting status.</a:t>
          </a:r>
          <a:endParaRPr lang="en-US" dirty="0">
            <a:latin typeface="Calibri"/>
            <a:ea typeface="Calibri"/>
            <a:cs typeface="Arial"/>
          </a:endParaRPr>
        </a:p>
      </dgm:t>
    </dgm:pt>
    <dgm:pt modelId="{46A41695-9593-46AC-AA9B-D894F38049BE}" type="parTrans" cxnId="{5BEEFC09-AAD3-4583-B764-21A21840104E}">
      <dgm:prSet/>
      <dgm:spPr/>
      <dgm:t>
        <a:bodyPr/>
        <a:lstStyle/>
        <a:p>
          <a:endParaRPr lang="en-US"/>
        </a:p>
      </dgm:t>
    </dgm:pt>
    <dgm:pt modelId="{89224F55-5486-447E-96FA-9EE99DE78766}" type="sibTrans" cxnId="{5BEEFC09-AAD3-4583-B764-21A21840104E}">
      <dgm:prSet/>
      <dgm:spPr/>
      <dgm:t>
        <a:bodyPr/>
        <a:lstStyle/>
        <a:p>
          <a:endParaRPr lang="en-US"/>
        </a:p>
      </dgm:t>
    </dgm:pt>
    <dgm:pt modelId="{16A2B471-6295-49F8-A7ED-4878F2395501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>
              <a:solidFill>
                <a:srgbClr val="000000"/>
              </a:solidFill>
              <a:latin typeface="Calibri"/>
              <a:ea typeface="Calibri"/>
              <a:cs typeface="Calibri"/>
            </a:rPr>
            <a:t> Multiple project  cycles executed right from </a:t>
          </a:r>
          <a:r>
            <a:rPr lang="en-US" dirty="0" err="1">
              <a:solidFill>
                <a:srgbClr val="000000"/>
              </a:solidFill>
              <a:latin typeface="Calibri"/>
              <a:ea typeface="Calibri"/>
              <a:cs typeface="Calibri"/>
            </a:rPr>
            <a:t>testplan</a:t>
          </a:r>
          <a:r>
            <a:rPr lang="en-US" dirty="0">
              <a:solidFill>
                <a:srgbClr val="000000"/>
              </a:solidFill>
              <a:latin typeface="Calibri"/>
              <a:ea typeface="Calibri"/>
              <a:cs typeface="Calibri"/>
            </a:rPr>
            <a:t>,  verification testbench development from scratch, regression setup, script automation.</a:t>
          </a:r>
          <a:endParaRPr lang="en-US" dirty="0">
            <a:solidFill>
              <a:srgbClr val="000000"/>
            </a:solidFill>
            <a:latin typeface="Calibri"/>
            <a:ea typeface="Calibri"/>
            <a:cs typeface="Arial"/>
          </a:endParaRPr>
        </a:p>
      </dgm:t>
    </dgm:pt>
    <dgm:pt modelId="{AFFAE307-275A-4BD2-A235-888CDA49D711}" type="parTrans" cxnId="{DCDF2F36-7F3E-4AF8-A744-4FCEF90B5472}">
      <dgm:prSet/>
      <dgm:spPr/>
      <dgm:t>
        <a:bodyPr/>
        <a:lstStyle/>
        <a:p>
          <a:endParaRPr lang="en-US"/>
        </a:p>
      </dgm:t>
    </dgm:pt>
    <dgm:pt modelId="{5083B001-1719-49AB-AB9A-48C508F8A7D8}" type="sibTrans" cxnId="{DCDF2F36-7F3E-4AF8-A744-4FCEF90B5472}">
      <dgm:prSet/>
      <dgm:spPr/>
      <dgm:t>
        <a:bodyPr/>
        <a:lstStyle/>
        <a:p>
          <a:endParaRPr lang="en-US"/>
        </a:p>
      </dgm:t>
    </dgm:pt>
    <dgm:pt modelId="{6C66534F-90CB-4EDE-980D-5789447FC8B9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 dirty="0">
              <a:latin typeface="Calibri"/>
              <a:ea typeface="Calibri"/>
              <a:cs typeface="Calibri"/>
            </a:rPr>
            <a:t> Exclusive expert in ARM based SOC verification,  AMBA, RISC-V, PCIe, NOC, SOC.</a:t>
          </a:r>
        </a:p>
      </dgm:t>
    </dgm:pt>
    <dgm:pt modelId="{0D9DE583-5A64-4C80-B83E-B6D94BA1BCE1}" type="parTrans" cxnId="{412E4F19-26A3-4B78-A1D9-BC023A1FA633}">
      <dgm:prSet/>
      <dgm:spPr/>
    </dgm:pt>
    <dgm:pt modelId="{531D1BAA-28E3-4892-9703-214FDEFE6A7E}" type="sibTrans" cxnId="{412E4F19-26A3-4B78-A1D9-BC023A1FA633}">
      <dgm:prSet/>
      <dgm:spPr/>
    </dgm:pt>
    <dgm:pt modelId="{6CB35FD5-1706-48DC-B979-6EE1CAEE5D0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Calibri"/>
              <a:ea typeface="Calibri"/>
              <a:cs typeface="Calibri"/>
            </a:rPr>
            <a:t>We ensure the functional correctness of your most complex SoC and IP designs, minimizing </a:t>
          </a:r>
          <a:r>
            <a:rPr lang="en-US" dirty="0" err="1">
              <a:latin typeface="Calibri"/>
              <a:ea typeface="Calibri"/>
              <a:cs typeface="Calibri"/>
            </a:rPr>
            <a:t>tapeout</a:t>
          </a:r>
          <a:r>
            <a:rPr lang="en-US" dirty="0">
              <a:latin typeface="Calibri"/>
              <a:ea typeface="Calibri"/>
              <a:cs typeface="Calibri"/>
            </a:rPr>
            <a:t> risk and accelerating time-to-market.</a:t>
          </a:r>
        </a:p>
      </dgm:t>
    </dgm:pt>
    <dgm:pt modelId="{FF7DE9CD-A920-4122-B9E2-F24346580FBD}" type="parTrans" cxnId="{FE3DA0D0-712E-4524-BAB9-00C365B96E14}">
      <dgm:prSet/>
      <dgm:spPr/>
    </dgm:pt>
    <dgm:pt modelId="{6796B0A1-B6BD-44BD-AFB4-5BCA6CE8B063}" type="sibTrans" cxnId="{FE3DA0D0-712E-4524-BAB9-00C365B96E14}">
      <dgm:prSet/>
      <dgm:spPr/>
    </dgm:pt>
    <dgm:pt modelId="{6355A87A-D53E-45CE-87B0-C34E670BD8E8}" type="pres">
      <dgm:prSet presAssocID="{E3C733FD-4553-4B5B-A69C-0BC28C7D3971}" presName="root" presStyleCnt="0">
        <dgm:presLayoutVars>
          <dgm:dir/>
          <dgm:resizeHandles val="exact"/>
        </dgm:presLayoutVars>
      </dgm:prSet>
      <dgm:spPr/>
    </dgm:pt>
    <dgm:pt modelId="{8A9310F1-F4B5-4015-B577-564466148E15}" type="pres">
      <dgm:prSet presAssocID="{83BB993A-0A11-414B-BE0F-6336711DFABB}" presName="compNode" presStyleCnt="0"/>
      <dgm:spPr/>
    </dgm:pt>
    <dgm:pt modelId="{AA3175D3-E7C8-4607-BDE6-7B5D0E9C9F5A}" type="pres">
      <dgm:prSet presAssocID="{83BB993A-0A11-414B-BE0F-6336711DFABB}" presName="bgRect" presStyleLbl="bgShp" presStyleIdx="0" presStyleCnt="5"/>
      <dgm:spPr/>
    </dgm:pt>
    <dgm:pt modelId="{67C8B8F4-29FF-4007-B292-335CF22B1F61}" type="pres">
      <dgm:prSet presAssocID="{83BB993A-0A11-414B-BE0F-6336711DFAB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1F50F9C-3FCD-4761-ABC6-0A64942708FB}" type="pres">
      <dgm:prSet presAssocID="{83BB993A-0A11-414B-BE0F-6336711DFABB}" presName="spaceRect" presStyleCnt="0"/>
      <dgm:spPr/>
    </dgm:pt>
    <dgm:pt modelId="{6B47D69B-3C45-4716-8323-9CA431BB7E92}" type="pres">
      <dgm:prSet presAssocID="{83BB993A-0A11-414B-BE0F-6336711DFABB}" presName="parTx" presStyleLbl="revTx" presStyleIdx="0" presStyleCnt="5">
        <dgm:presLayoutVars>
          <dgm:chMax val="0"/>
          <dgm:chPref val="0"/>
        </dgm:presLayoutVars>
      </dgm:prSet>
      <dgm:spPr/>
    </dgm:pt>
    <dgm:pt modelId="{C2171651-1A21-4315-9DD1-29B9C1B537A6}" type="pres">
      <dgm:prSet presAssocID="{710AD86E-72F1-4242-B4C4-99702F4F7BAA}" presName="sibTrans" presStyleCnt="0"/>
      <dgm:spPr/>
    </dgm:pt>
    <dgm:pt modelId="{77B83734-73D1-4466-97D2-C98DC171B460}" type="pres">
      <dgm:prSet presAssocID="{6CB35FD5-1706-48DC-B979-6EE1CAEE5D03}" presName="compNode" presStyleCnt="0"/>
      <dgm:spPr/>
    </dgm:pt>
    <dgm:pt modelId="{BEB83B12-AFB4-4262-9A79-4F326E9D9D36}" type="pres">
      <dgm:prSet presAssocID="{6CB35FD5-1706-48DC-B979-6EE1CAEE5D03}" presName="bgRect" presStyleLbl="bgShp" presStyleIdx="1" presStyleCnt="5"/>
      <dgm:spPr/>
    </dgm:pt>
    <dgm:pt modelId="{A16F03A2-F352-4558-AFAA-CC48F4B5C986}" type="pres">
      <dgm:prSet presAssocID="{6CB35FD5-1706-48DC-B979-6EE1CAEE5D03}" presName="iconRect" presStyleLbl="node1" presStyleIdx="1" presStyleCnt="5"/>
      <dgm:spPr/>
    </dgm:pt>
    <dgm:pt modelId="{0D175EFB-48AA-468D-A8B8-7F35DB6A91F9}" type="pres">
      <dgm:prSet presAssocID="{6CB35FD5-1706-48DC-B979-6EE1CAEE5D03}" presName="spaceRect" presStyleCnt="0"/>
      <dgm:spPr/>
    </dgm:pt>
    <dgm:pt modelId="{2F903EAD-D2CE-4CCE-8291-C26EA0E1A5C2}" type="pres">
      <dgm:prSet presAssocID="{6CB35FD5-1706-48DC-B979-6EE1CAEE5D03}" presName="parTx" presStyleLbl="revTx" presStyleIdx="1" presStyleCnt="5">
        <dgm:presLayoutVars>
          <dgm:chMax val="0"/>
          <dgm:chPref val="0"/>
        </dgm:presLayoutVars>
      </dgm:prSet>
      <dgm:spPr/>
    </dgm:pt>
    <dgm:pt modelId="{DBE8DA13-B24F-475D-BB88-D84C720BD814}" type="pres">
      <dgm:prSet presAssocID="{6796B0A1-B6BD-44BD-AFB4-5BCA6CE8B063}" presName="sibTrans" presStyleCnt="0"/>
      <dgm:spPr/>
    </dgm:pt>
    <dgm:pt modelId="{6A5A24B4-7E0B-48F0-A878-913FA830C892}" type="pres">
      <dgm:prSet presAssocID="{45A383F7-2D89-45E3-85C1-F2A57911589A}" presName="compNode" presStyleCnt="0"/>
      <dgm:spPr/>
    </dgm:pt>
    <dgm:pt modelId="{909B59B9-E1E1-4B33-AFE5-5125ABCCED5B}" type="pres">
      <dgm:prSet presAssocID="{45A383F7-2D89-45E3-85C1-F2A57911589A}" presName="bgRect" presStyleLbl="bgShp" presStyleIdx="2" presStyleCnt="5"/>
      <dgm:spPr/>
    </dgm:pt>
    <dgm:pt modelId="{931E1ACE-B80D-4543-9191-CA41E85B9A23}" type="pres">
      <dgm:prSet presAssocID="{45A383F7-2D89-45E3-85C1-F2A57911589A}" presName="iconRect" presStyleLbl="node1" presStyleIdx="2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1D03021B-58B3-4FEB-BBA8-88CDF414F7B3}" type="pres">
      <dgm:prSet presAssocID="{45A383F7-2D89-45E3-85C1-F2A57911589A}" presName="spaceRect" presStyleCnt="0"/>
      <dgm:spPr/>
    </dgm:pt>
    <dgm:pt modelId="{CA6DD6E3-22A7-466C-A7D1-4C8A2FEC5CC8}" type="pres">
      <dgm:prSet presAssocID="{45A383F7-2D89-45E3-85C1-F2A57911589A}" presName="parTx" presStyleLbl="revTx" presStyleIdx="2" presStyleCnt="5">
        <dgm:presLayoutVars>
          <dgm:chMax val="0"/>
          <dgm:chPref val="0"/>
        </dgm:presLayoutVars>
      </dgm:prSet>
      <dgm:spPr/>
    </dgm:pt>
    <dgm:pt modelId="{090E1281-F772-4EFF-B009-DC0DB7615A01}" type="pres">
      <dgm:prSet presAssocID="{89224F55-5486-447E-96FA-9EE99DE78766}" presName="sibTrans" presStyleCnt="0"/>
      <dgm:spPr/>
    </dgm:pt>
    <dgm:pt modelId="{1040B4F7-CCE6-40EB-883C-7CBCD506AC85}" type="pres">
      <dgm:prSet presAssocID="{16A2B471-6295-49F8-A7ED-4878F2395501}" presName="compNode" presStyleCnt="0"/>
      <dgm:spPr/>
    </dgm:pt>
    <dgm:pt modelId="{B9EFAEC7-ED48-45FD-A882-F2899069D351}" type="pres">
      <dgm:prSet presAssocID="{16A2B471-6295-49F8-A7ED-4878F2395501}" presName="bgRect" presStyleLbl="bgShp" presStyleIdx="3" presStyleCnt="5"/>
      <dgm:spPr/>
    </dgm:pt>
    <dgm:pt modelId="{91D6F9B7-6F1E-4860-A724-7FAAA5BADBE0}" type="pres">
      <dgm:prSet presAssocID="{16A2B471-6295-49F8-A7ED-4878F2395501}" presName="iconRect" presStyleLbl="node1" presStyleIdx="3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ort Balls"/>
        </a:ext>
      </dgm:extLst>
    </dgm:pt>
    <dgm:pt modelId="{F8292305-BA42-4E8C-B998-8CEAA0F0D1D6}" type="pres">
      <dgm:prSet presAssocID="{16A2B471-6295-49F8-A7ED-4878F2395501}" presName="spaceRect" presStyleCnt="0"/>
      <dgm:spPr/>
    </dgm:pt>
    <dgm:pt modelId="{AC0BC787-1903-450B-9F4C-FD9F5763E3BD}" type="pres">
      <dgm:prSet presAssocID="{16A2B471-6295-49F8-A7ED-4878F2395501}" presName="parTx" presStyleLbl="revTx" presStyleIdx="3" presStyleCnt="5">
        <dgm:presLayoutVars>
          <dgm:chMax val="0"/>
          <dgm:chPref val="0"/>
        </dgm:presLayoutVars>
      </dgm:prSet>
      <dgm:spPr/>
    </dgm:pt>
    <dgm:pt modelId="{2B7F4520-DB3B-468B-AD49-EEE3026D0018}" type="pres">
      <dgm:prSet presAssocID="{5083B001-1719-49AB-AB9A-48C508F8A7D8}" presName="sibTrans" presStyleCnt="0"/>
      <dgm:spPr/>
    </dgm:pt>
    <dgm:pt modelId="{E2A12763-AAB7-4193-ADB9-F5703AE12B25}" type="pres">
      <dgm:prSet presAssocID="{6C66534F-90CB-4EDE-980D-5789447FC8B9}" presName="compNode" presStyleCnt="0"/>
      <dgm:spPr/>
    </dgm:pt>
    <dgm:pt modelId="{2A328BCF-C117-4E58-A4F4-6A5FEF089ACE}" type="pres">
      <dgm:prSet presAssocID="{6C66534F-90CB-4EDE-980D-5789447FC8B9}" presName="bgRect" presStyleLbl="bgShp" presStyleIdx="4" presStyleCnt="5"/>
      <dgm:spPr/>
    </dgm:pt>
    <dgm:pt modelId="{5E4E954F-73FB-401C-8C8F-2CCB7C8E24E0}" type="pres">
      <dgm:prSet presAssocID="{6C66534F-90CB-4EDE-980D-5789447FC8B9}" presName="iconRect" presStyleLbl="node1" presStyleIdx="4" presStyleCnt="5"/>
      <dgm:spPr/>
    </dgm:pt>
    <dgm:pt modelId="{B39F2501-785A-404D-9271-66090BC8010B}" type="pres">
      <dgm:prSet presAssocID="{6C66534F-90CB-4EDE-980D-5789447FC8B9}" presName="spaceRect" presStyleCnt="0"/>
      <dgm:spPr/>
    </dgm:pt>
    <dgm:pt modelId="{CCA74BCC-23F3-4177-BF78-8813630592FC}" type="pres">
      <dgm:prSet presAssocID="{6C66534F-90CB-4EDE-980D-5789447FC8B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A423801-9C40-4A8F-BBFB-6138306A9930}" type="presOf" srcId="{45A383F7-2D89-45E3-85C1-F2A57911589A}" destId="{CA6DD6E3-22A7-466C-A7D1-4C8A2FEC5CC8}" srcOrd="0" destOrd="0" presId="urn:microsoft.com/office/officeart/2018/2/layout/IconVerticalSolidList"/>
    <dgm:cxn modelId="{5BEEFC09-AAD3-4583-B764-21A21840104E}" srcId="{E3C733FD-4553-4B5B-A69C-0BC28C7D3971}" destId="{45A383F7-2D89-45E3-85C1-F2A57911589A}" srcOrd="2" destOrd="0" parTransId="{46A41695-9593-46AC-AA9B-D894F38049BE}" sibTransId="{89224F55-5486-447E-96FA-9EE99DE78766}"/>
    <dgm:cxn modelId="{412E4F19-26A3-4B78-A1D9-BC023A1FA633}" srcId="{E3C733FD-4553-4B5B-A69C-0BC28C7D3971}" destId="{6C66534F-90CB-4EDE-980D-5789447FC8B9}" srcOrd="4" destOrd="0" parTransId="{0D9DE583-5A64-4C80-B83E-B6D94BA1BCE1}" sibTransId="{531D1BAA-28E3-4892-9703-214FDEFE6A7E}"/>
    <dgm:cxn modelId="{068E0C27-C4B2-413E-A750-BD8D9B22706C}" srcId="{E3C733FD-4553-4B5B-A69C-0BC28C7D3971}" destId="{83BB993A-0A11-414B-BE0F-6336711DFABB}" srcOrd="0" destOrd="0" parTransId="{D8AC68A6-BBA3-4C10-8554-0658B641DCA1}" sibTransId="{710AD86E-72F1-4242-B4C4-99702F4F7BAA}"/>
    <dgm:cxn modelId="{DCDF2F36-7F3E-4AF8-A744-4FCEF90B5472}" srcId="{E3C733FD-4553-4B5B-A69C-0BC28C7D3971}" destId="{16A2B471-6295-49F8-A7ED-4878F2395501}" srcOrd="3" destOrd="0" parTransId="{AFFAE307-275A-4BD2-A235-888CDA49D711}" sibTransId="{5083B001-1719-49AB-AB9A-48C508F8A7D8}"/>
    <dgm:cxn modelId="{9E4B686F-4CF4-4216-AB39-9A9951699D7F}" type="presOf" srcId="{6C66534F-90CB-4EDE-980D-5789447FC8B9}" destId="{CCA74BCC-23F3-4177-BF78-8813630592FC}" srcOrd="0" destOrd="0" presId="urn:microsoft.com/office/officeart/2018/2/layout/IconVerticalSolidList"/>
    <dgm:cxn modelId="{51136981-A0F8-4340-92DF-97DFADF6956B}" type="presOf" srcId="{E3C733FD-4553-4B5B-A69C-0BC28C7D3971}" destId="{6355A87A-D53E-45CE-87B0-C34E670BD8E8}" srcOrd="0" destOrd="0" presId="urn:microsoft.com/office/officeart/2018/2/layout/IconVerticalSolidList"/>
    <dgm:cxn modelId="{001E7C90-9E9E-41E4-A5E0-A48803A4CAA9}" type="presOf" srcId="{16A2B471-6295-49F8-A7ED-4878F2395501}" destId="{AC0BC787-1903-450B-9F4C-FD9F5763E3BD}" srcOrd="0" destOrd="0" presId="urn:microsoft.com/office/officeart/2018/2/layout/IconVerticalSolidList"/>
    <dgm:cxn modelId="{CB1D74CF-9A05-4744-BBA3-18CFDD34E2E2}" type="presOf" srcId="{6CB35FD5-1706-48DC-B979-6EE1CAEE5D03}" destId="{2F903EAD-D2CE-4CCE-8291-C26EA0E1A5C2}" srcOrd="0" destOrd="0" presId="urn:microsoft.com/office/officeart/2018/2/layout/IconVerticalSolidList"/>
    <dgm:cxn modelId="{FE3DA0D0-712E-4524-BAB9-00C365B96E14}" srcId="{E3C733FD-4553-4B5B-A69C-0BC28C7D3971}" destId="{6CB35FD5-1706-48DC-B979-6EE1CAEE5D03}" srcOrd="1" destOrd="0" parTransId="{FF7DE9CD-A920-4122-B9E2-F24346580FBD}" sibTransId="{6796B0A1-B6BD-44BD-AFB4-5BCA6CE8B063}"/>
    <dgm:cxn modelId="{D5F59ED1-FB8F-4FE6-809E-05EB871BCEA9}" type="presOf" srcId="{83BB993A-0A11-414B-BE0F-6336711DFABB}" destId="{6B47D69B-3C45-4716-8323-9CA431BB7E92}" srcOrd="0" destOrd="0" presId="urn:microsoft.com/office/officeart/2018/2/layout/IconVerticalSolidList"/>
    <dgm:cxn modelId="{F91460EE-F382-4818-8C2C-0EDB8D23A004}" type="presParOf" srcId="{6355A87A-D53E-45CE-87B0-C34E670BD8E8}" destId="{8A9310F1-F4B5-4015-B577-564466148E15}" srcOrd="0" destOrd="0" presId="urn:microsoft.com/office/officeart/2018/2/layout/IconVerticalSolidList"/>
    <dgm:cxn modelId="{67FA4EBA-E07D-46C1-8582-FF10308AC559}" type="presParOf" srcId="{8A9310F1-F4B5-4015-B577-564466148E15}" destId="{AA3175D3-E7C8-4607-BDE6-7B5D0E9C9F5A}" srcOrd="0" destOrd="0" presId="urn:microsoft.com/office/officeart/2018/2/layout/IconVerticalSolidList"/>
    <dgm:cxn modelId="{1824015B-BE3D-49C9-99AE-54CB2EFC2643}" type="presParOf" srcId="{8A9310F1-F4B5-4015-B577-564466148E15}" destId="{67C8B8F4-29FF-4007-B292-335CF22B1F61}" srcOrd="1" destOrd="0" presId="urn:microsoft.com/office/officeart/2018/2/layout/IconVerticalSolidList"/>
    <dgm:cxn modelId="{7D0E68A7-CE9A-4563-AC50-9C6B2EE3156F}" type="presParOf" srcId="{8A9310F1-F4B5-4015-B577-564466148E15}" destId="{A1F50F9C-3FCD-4761-ABC6-0A64942708FB}" srcOrd="2" destOrd="0" presId="urn:microsoft.com/office/officeart/2018/2/layout/IconVerticalSolidList"/>
    <dgm:cxn modelId="{8E28D941-9ED6-4AFE-983F-E6B5FB42E8A4}" type="presParOf" srcId="{8A9310F1-F4B5-4015-B577-564466148E15}" destId="{6B47D69B-3C45-4716-8323-9CA431BB7E92}" srcOrd="3" destOrd="0" presId="urn:microsoft.com/office/officeart/2018/2/layout/IconVerticalSolidList"/>
    <dgm:cxn modelId="{6873E56B-FAF5-464D-BE82-F5DE76FB5F3D}" type="presParOf" srcId="{6355A87A-D53E-45CE-87B0-C34E670BD8E8}" destId="{C2171651-1A21-4315-9DD1-29B9C1B537A6}" srcOrd="1" destOrd="0" presId="urn:microsoft.com/office/officeart/2018/2/layout/IconVerticalSolidList"/>
    <dgm:cxn modelId="{BE99B617-243B-4F7B-914A-C3453065082A}" type="presParOf" srcId="{6355A87A-D53E-45CE-87B0-C34E670BD8E8}" destId="{77B83734-73D1-4466-97D2-C98DC171B460}" srcOrd="2" destOrd="0" presId="urn:microsoft.com/office/officeart/2018/2/layout/IconVerticalSolidList"/>
    <dgm:cxn modelId="{C7DF7CF4-B679-44FD-BD22-F693A6070418}" type="presParOf" srcId="{77B83734-73D1-4466-97D2-C98DC171B460}" destId="{BEB83B12-AFB4-4262-9A79-4F326E9D9D36}" srcOrd="0" destOrd="0" presId="urn:microsoft.com/office/officeart/2018/2/layout/IconVerticalSolidList"/>
    <dgm:cxn modelId="{FA556033-BB39-4462-A871-48983D4F980D}" type="presParOf" srcId="{77B83734-73D1-4466-97D2-C98DC171B460}" destId="{A16F03A2-F352-4558-AFAA-CC48F4B5C986}" srcOrd="1" destOrd="0" presId="urn:microsoft.com/office/officeart/2018/2/layout/IconVerticalSolidList"/>
    <dgm:cxn modelId="{76BE3A45-0B44-4875-89D3-80AA3BA2FAE2}" type="presParOf" srcId="{77B83734-73D1-4466-97D2-C98DC171B460}" destId="{0D175EFB-48AA-468D-A8B8-7F35DB6A91F9}" srcOrd="2" destOrd="0" presId="urn:microsoft.com/office/officeart/2018/2/layout/IconVerticalSolidList"/>
    <dgm:cxn modelId="{96AAD450-AB33-4325-8DFB-44E73D22EE21}" type="presParOf" srcId="{77B83734-73D1-4466-97D2-C98DC171B460}" destId="{2F903EAD-D2CE-4CCE-8291-C26EA0E1A5C2}" srcOrd="3" destOrd="0" presId="urn:microsoft.com/office/officeart/2018/2/layout/IconVerticalSolidList"/>
    <dgm:cxn modelId="{07ACDBB3-32D3-4869-B30A-9C51512289E8}" type="presParOf" srcId="{6355A87A-D53E-45CE-87B0-C34E670BD8E8}" destId="{DBE8DA13-B24F-475D-BB88-D84C720BD814}" srcOrd="3" destOrd="0" presId="urn:microsoft.com/office/officeart/2018/2/layout/IconVerticalSolidList"/>
    <dgm:cxn modelId="{64E9287E-DDC1-47A8-AE75-566821460FD8}" type="presParOf" srcId="{6355A87A-D53E-45CE-87B0-C34E670BD8E8}" destId="{6A5A24B4-7E0B-48F0-A878-913FA830C892}" srcOrd="4" destOrd="0" presId="urn:microsoft.com/office/officeart/2018/2/layout/IconVerticalSolidList"/>
    <dgm:cxn modelId="{A1BC3F75-5506-4E6F-B979-2489111F3754}" type="presParOf" srcId="{6A5A24B4-7E0B-48F0-A878-913FA830C892}" destId="{909B59B9-E1E1-4B33-AFE5-5125ABCCED5B}" srcOrd="0" destOrd="0" presId="urn:microsoft.com/office/officeart/2018/2/layout/IconVerticalSolidList"/>
    <dgm:cxn modelId="{A021F37E-214F-4A6E-9B31-585170D68125}" type="presParOf" srcId="{6A5A24B4-7E0B-48F0-A878-913FA830C892}" destId="{931E1ACE-B80D-4543-9191-CA41E85B9A23}" srcOrd="1" destOrd="0" presId="urn:microsoft.com/office/officeart/2018/2/layout/IconVerticalSolidList"/>
    <dgm:cxn modelId="{9D6EDB5B-C63B-4107-9C7B-0A4DF73C5D6D}" type="presParOf" srcId="{6A5A24B4-7E0B-48F0-A878-913FA830C892}" destId="{1D03021B-58B3-4FEB-BBA8-88CDF414F7B3}" srcOrd="2" destOrd="0" presId="urn:microsoft.com/office/officeart/2018/2/layout/IconVerticalSolidList"/>
    <dgm:cxn modelId="{EB717CAD-6DF0-4B4C-A8E0-B3EE938161CD}" type="presParOf" srcId="{6A5A24B4-7E0B-48F0-A878-913FA830C892}" destId="{CA6DD6E3-22A7-466C-A7D1-4C8A2FEC5CC8}" srcOrd="3" destOrd="0" presId="urn:microsoft.com/office/officeart/2018/2/layout/IconVerticalSolidList"/>
    <dgm:cxn modelId="{61F5DC4F-ABB7-41AD-A3F1-522B9EE26965}" type="presParOf" srcId="{6355A87A-D53E-45CE-87B0-C34E670BD8E8}" destId="{090E1281-F772-4EFF-B009-DC0DB7615A01}" srcOrd="5" destOrd="0" presId="urn:microsoft.com/office/officeart/2018/2/layout/IconVerticalSolidList"/>
    <dgm:cxn modelId="{885373EB-299A-4B3D-BA44-55D3193F9418}" type="presParOf" srcId="{6355A87A-D53E-45CE-87B0-C34E670BD8E8}" destId="{1040B4F7-CCE6-40EB-883C-7CBCD506AC85}" srcOrd="6" destOrd="0" presId="urn:microsoft.com/office/officeart/2018/2/layout/IconVerticalSolidList"/>
    <dgm:cxn modelId="{EFABBA98-3B6A-4C83-BAE6-14CA3B5F91C4}" type="presParOf" srcId="{1040B4F7-CCE6-40EB-883C-7CBCD506AC85}" destId="{B9EFAEC7-ED48-45FD-A882-F2899069D351}" srcOrd="0" destOrd="0" presId="urn:microsoft.com/office/officeart/2018/2/layout/IconVerticalSolidList"/>
    <dgm:cxn modelId="{F27F3B77-37EC-4817-A93C-9933035D6F46}" type="presParOf" srcId="{1040B4F7-CCE6-40EB-883C-7CBCD506AC85}" destId="{91D6F9B7-6F1E-4860-A724-7FAAA5BADBE0}" srcOrd="1" destOrd="0" presId="urn:microsoft.com/office/officeart/2018/2/layout/IconVerticalSolidList"/>
    <dgm:cxn modelId="{5E321CD7-6164-4345-ADD5-4FBC477703FE}" type="presParOf" srcId="{1040B4F7-CCE6-40EB-883C-7CBCD506AC85}" destId="{F8292305-BA42-4E8C-B998-8CEAA0F0D1D6}" srcOrd="2" destOrd="0" presId="urn:microsoft.com/office/officeart/2018/2/layout/IconVerticalSolidList"/>
    <dgm:cxn modelId="{2ABCCF0D-AE04-4FFA-8579-34F025538FA9}" type="presParOf" srcId="{1040B4F7-CCE6-40EB-883C-7CBCD506AC85}" destId="{AC0BC787-1903-450B-9F4C-FD9F5763E3BD}" srcOrd="3" destOrd="0" presId="urn:microsoft.com/office/officeart/2018/2/layout/IconVerticalSolidList"/>
    <dgm:cxn modelId="{AD6A24F8-4B67-48E5-9EDC-4C9371B29D1B}" type="presParOf" srcId="{6355A87A-D53E-45CE-87B0-C34E670BD8E8}" destId="{2B7F4520-DB3B-468B-AD49-EEE3026D0018}" srcOrd="7" destOrd="0" presId="urn:microsoft.com/office/officeart/2018/2/layout/IconVerticalSolidList"/>
    <dgm:cxn modelId="{32A9C086-F4ED-43BD-B984-B5C4057E0912}" type="presParOf" srcId="{6355A87A-D53E-45CE-87B0-C34E670BD8E8}" destId="{E2A12763-AAB7-4193-ADB9-F5703AE12B25}" srcOrd="8" destOrd="0" presId="urn:microsoft.com/office/officeart/2018/2/layout/IconVerticalSolidList"/>
    <dgm:cxn modelId="{3F72B9B0-E5C0-4DBC-BF66-C779B022EC83}" type="presParOf" srcId="{E2A12763-AAB7-4193-ADB9-F5703AE12B25}" destId="{2A328BCF-C117-4E58-A4F4-6A5FEF089ACE}" srcOrd="0" destOrd="0" presId="urn:microsoft.com/office/officeart/2018/2/layout/IconVerticalSolidList"/>
    <dgm:cxn modelId="{6775EC75-A714-4D94-AC49-D46DB9C59972}" type="presParOf" srcId="{E2A12763-AAB7-4193-ADB9-F5703AE12B25}" destId="{5E4E954F-73FB-401C-8C8F-2CCB7C8E24E0}" srcOrd="1" destOrd="0" presId="urn:microsoft.com/office/officeart/2018/2/layout/IconVerticalSolidList"/>
    <dgm:cxn modelId="{6938D3B2-995A-43AD-842C-8AFDAA57CA74}" type="presParOf" srcId="{E2A12763-AAB7-4193-ADB9-F5703AE12B25}" destId="{B39F2501-785A-404D-9271-66090BC8010B}" srcOrd="2" destOrd="0" presId="urn:microsoft.com/office/officeart/2018/2/layout/IconVerticalSolidList"/>
    <dgm:cxn modelId="{B28CD522-C58E-468C-A03F-D52DA6B28500}" type="presParOf" srcId="{E2A12763-AAB7-4193-ADB9-F5703AE12B25}" destId="{CCA74BCC-23F3-4177-BF78-8813630592F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C733FD-4553-4B5B-A69C-0BC28C7D397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A6DC7AF-F49C-4362-86F6-BF65C328A742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 dirty="0"/>
            <a:t>Cortex-</a:t>
          </a:r>
          <a:r>
            <a:rPr lang="en-US" dirty="0" err="1"/>
            <a:t>R4</a:t>
          </a:r>
          <a:r>
            <a:rPr lang="en-US" dirty="0"/>
            <a:t> Dashboard Micro-Controller </a:t>
          </a:r>
          <a:r>
            <a:rPr lang="en-US" dirty="0" err="1"/>
            <a:t>SoC</a:t>
          </a:r>
          <a:r>
            <a:rPr lang="en-US" dirty="0" err="1">
              <a:latin typeface="Grandview Display"/>
            </a:rPr>
            <a:t>.</a:t>
          </a:r>
          <a:r>
            <a:rPr lang="en-US" dirty="0">
              <a:latin typeface="Grandview Display"/>
            </a:rPr>
            <a:t>  </a:t>
          </a:r>
          <a:r>
            <a:rPr lang="en-US" dirty="0" err="1"/>
            <a:t>HW</a:t>
          </a:r>
          <a:r>
            <a:rPr lang="en-US" dirty="0"/>
            <a:t>/SW Co-verification using </a:t>
          </a:r>
          <a:r>
            <a:rPr lang="en-US" b="1" dirty="0" err="1"/>
            <a:t>ISX</a:t>
          </a:r>
          <a:r>
            <a:rPr lang="en-US" b="1" dirty="0">
              <a:latin typeface="Grandview Display"/>
            </a:rPr>
            <a:t>. </a:t>
          </a:r>
          <a:r>
            <a:rPr lang="en-US" dirty="0"/>
            <a:t>Boot flow verification and </a:t>
          </a:r>
          <a:r>
            <a:rPr lang="en-US" b="1" dirty="0"/>
            <a:t>boot code development</a:t>
          </a:r>
          <a:r>
            <a:rPr lang="en-US" b="1" dirty="0">
              <a:latin typeface="Grandview Display"/>
            </a:rPr>
            <a:t>. </a:t>
          </a:r>
          <a:r>
            <a:rPr lang="en-US" dirty="0"/>
            <a:t>Interrupt verification and system-level use cases</a:t>
          </a:r>
          <a:r>
            <a:rPr lang="en-US" b="0" dirty="0">
              <a:latin typeface="Grandview Display"/>
            </a:rPr>
            <a:t>. </a:t>
          </a:r>
          <a:r>
            <a:rPr lang="en-US" b="1" dirty="0"/>
            <a:t>Tarmac-based debugging</a:t>
          </a:r>
          <a:r>
            <a:rPr lang="en-US" dirty="0"/>
            <a:t> for instruction trace </a:t>
          </a:r>
          <a:r>
            <a:rPr lang="en-US" dirty="0">
              <a:latin typeface="Grandview Display"/>
            </a:rPr>
            <a:t>analysis and </a:t>
          </a:r>
          <a:r>
            <a:rPr lang="en-US" b="0" dirty="0">
              <a:latin typeface="Grandview Display"/>
            </a:rPr>
            <a:t> </a:t>
          </a:r>
          <a:r>
            <a:rPr lang="en-US" b="1" dirty="0"/>
            <a:t>GLS</a:t>
          </a:r>
          <a:r>
            <a:rPr lang="en-US" b="1" dirty="0">
              <a:latin typeface="Grandview Display"/>
            </a:rPr>
            <a:t>.</a:t>
          </a:r>
          <a:endParaRPr lang="en-US" b="0" dirty="0"/>
        </a:p>
      </dgm:t>
    </dgm:pt>
    <dgm:pt modelId="{6757E5F1-AC6B-4091-8F03-175DDFF168BB}" type="parTrans" cxnId="{3B99FC74-5445-4991-BC63-0C03407AB455}">
      <dgm:prSet/>
      <dgm:spPr/>
    </dgm:pt>
    <dgm:pt modelId="{756183DE-FB6D-40D5-9A70-61F0620390E1}" type="sibTrans" cxnId="{3B99FC74-5445-4991-BC63-0C03407AB455}">
      <dgm:prSet/>
      <dgm:spPr/>
    </dgm:pt>
    <dgm:pt modelId="{02A024F3-52ED-4712-9169-2A802A4FC6AD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 sz="1100" b="0" dirty="0">
              <a:latin typeface="Calibri"/>
              <a:ea typeface="Calibri"/>
              <a:cs typeface="Calibri"/>
            </a:rPr>
            <a:t>ARM v8/v9 A-Class Based Systems Verification of ARMv8 / ARMv9 processor-based SoCs, Development of tests using AArch64 instruction set, Interrupt verification using GIC600 / GIC700,Power management verification using PPU, Validation of P-Channel / Q-Channel protocols</a:t>
          </a:r>
          <a:endParaRPr lang="en-US" b="1" dirty="0">
            <a:latin typeface="Grandview Display"/>
          </a:endParaRPr>
        </a:p>
      </dgm:t>
    </dgm:pt>
    <dgm:pt modelId="{146EF2BA-9060-4D4E-A003-20F04D4FF608}" type="parTrans" cxnId="{C5C8B974-8CDA-4741-873F-C11200505C14}">
      <dgm:prSet/>
      <dgm:spPr/>
    </dgm:pt>
    <dgm:pt modelId="{93700094-3BA3-41AA-9E63-D26B40E52951}" type="sibTrans" cxnId="{C5C8B974-8CDA-4741-873F-C11200505C14}">
      <dgm:prSet/>
      <dgm:spPr/>
    </dgm:pt>
    <dgm:pt modelId="{736FEC6A-0B3D-4ABD-82D5-879E75E84988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Cortex-A Class Systems (</a:t>
          </a:r>
          <a:r>
            <a:rPr lang="en-US" b="1" dirty="0" err="1"/>
            <a:t>A53</a:t>
          </a:r>
          <a:r>
            <a:rPr lang="en-US" b="1" dirty="0"/>
            <a:t> / </a:t>
          </a:r>
          <a:r>
            <a:rPr lang="en-US" b="1" dirty="0" err="1"/>
            <a:t>A57</a:t>
          </a:r>
          <a:r>
            <a:rPr lang="en-US" b="1" dirty="0"/>
            <a:t> with Cortex-M3</a:t>
          </a:r>
          <a:r>
            <a:rPr lang="en-US" b="1" dirty="0">
              <a:latin typeface="Grandview Display"/>
            </a:rPr>
            <a:t>). </a:t>
          </a:r>
          <a:r>
            <a:rPr lang="en-US" b="0" dirty="0"/>
            <a:t>Verification of </a:t>
          </a:r>
          <a:r>
            <a:rPr lang="en-US" b="1" dirty="0"/>
            <a:t>Cortex-A based subsystems</a:t>
          </a:r>
          <a:r>
            <a:rPr lang="en-US" b="1" dirty="0">
              <a:latin typeface="Grandview Display"/>
            </a:rPr>
            <a:t>. </a:t>
          </a:r>
          <a:r>
            <a:rPr lang="en-US" b="0" dirty="0"/>
            <a:t>Understanding and usage of </a:t>
          </a:r>
          <a:r>
            <a:rPr lang="en-US" b="1" dirty="0"/>
            <a:t>A-Class instruction set</a:t>
          </a:r>
          <a:r>
            <a:rPr lang="en-US" b="1" dirty="0">
              <a:latin typeface="Grandview Display"/>
            </a:rPr>
            <a:t>. </a:t>
          </a:r>
          <a:r>
            <a:rPr lang="en-US" b="0" dirty="0"/>
            <a:t>Development of </a:t>
          </a:r>
          <a:r>
            <a:rPr lang="en-US" b="1" dirty="0"/>
            <a:t>boot code for processor initialization</a:t>
          </a:r>
          <a:r>
            <a:rPr lang="en-US" b="1" dirty="0">
              <a:latin typeface="Grandview Display"/>
            </a:rPr>
            <a:t>. </a:t>
          </a:r>
          <a:r>
            <a:rPr lang="en-US" b="1" dirty="0"/>
            <a:t>MMU programming</a:t>
          </a:r>
          <a:r>
            <a:rPr lang="en-US" b="0" dirty="0"/>
            <a:t> to generate memory transactions</a:t>
          </a:r>
          <a:r>
            <a:rPr lang="en-US" b="0" dirty="0">
              <a:latin typeface="Grandview Display"/>
            </a:rPr>
            <a:t>. </a:t>
          </a:r>
          <a:r>
            <a:rPr lang="en-US" b="0" dirty="0"/>
            <a:t>Debug support using </a:t>
          </a:r>
          <a:r>
            <a:rPr lang="en-US" b="1" dirty="0" err="1"/>
            <a:t>CXDT</a:t>
          </a:r>
          <a:r>
            <a:rPr lang="en-US" b="1" dirty="0">
              <a:latin typeface="Grandview Display"/>
            </a:rPr>
            <a:t>. </a:t>
          </a:r>
          <a:r>
            <a:rPr lang="en-US" b="0" dirty="0"/>
            <a:t>Power verification and system functionality validation</a:t>
          </a:r>
          <a:endParaRPr lang="en-US" b="0" dirty="0">
            <a:latin typeface="Grandview Display"/>
          </a:endParaRPr>
        </a:p>
      </dgm:t>
    </dgm:pt>
    <dgm:pt modelId="{96644830-3122-420D-A31B-77B786577C3F}" type="parTrans" cxnId="{C7327B7A-C709-44B8-9DB6-B3B50634B277}">
      <dgm:prSet/>
      <dgm:spPr/>
    </dgm:pt>
    <dgm:pt modelId="{9DC22325-9B15-44E5-A5D1-1662A9169D54}" type="sibTrans" cxnId="{C7327B7A-C709-44B8-9DB6-B3B50634B277}">
      <dgm:prSet/>
      <dgm:spPr/>
    </dgm:pt>
    <dgm:pt modelId="{6355A87A-D53E-45CE-87B0-C34E670BD8E8}" type="pres">
      <dgm:prSet presAssocID="{E3C733FD-4553-4B5B-A69C-0BC28C7D3971}" presName="root" presStyleCnt="0">
        <dgm:presLayoutVars>
          <dgm:dir/>
          <dgm:resizeHandles val="exact"/>
        </dgm:presLayoutVars>
      </dgm:prSet>
      <dgm:spPr/>
    </dgm:pt>
    <dgm:pt modelId="{638296F0-85F1-468B-B402-BDF528C76087}" type="pres">
      <dgm:prSet presAssocID="{4A6DC7AF-F49C-4362-86F6-BF65C328A742}" presName="compNode" presStyleCnt="0"/>
      <dgm:spPr/>
    </dgm:pt>
    <dgm:pt modelId="{EB3975A2-C732-4ABC-9941-333CE1790AB5}" type="pres">
      <dgm:prSet presAssocID="{4A6DC7AF-F49C-4362-86F6-BF65C328A742}" presName="bgRect" presStyleLbl="bgShp" presStyleIdx="0" presStyleCnt="3"/>
      <dgm:spPr/>
    </dgm:pt>
    <dgm:pt modelId="{A539BF6D-085D-4972-BE7F-1B1866C40437}" type="pres">
      <dgm:prSet presAssocID="{4A6DC7AF-F49C-4362-86F6-BF65C328A742}" presName="iconRect" presStyleLbl="node1" presStyleIdx="0" presStyleCnt="3"/>
      <dgm:spPr/>
    </dgm:pt>
    <dgm:pt modelId="{CEC23A4D-44A1-4ABD-A24C-E8712CEDF7DB}" type="pres">
      <dgm:prSet presAssocID="{4A6DC7AF-F49C-4362-86F6-BF65C328A742}" presName="spaceRect" presStyleCnt="0"/>
      <dgm:spPr/>
    </dgm:pt>
    <dgm:pt modelId="{5B50DCCF-3856-4BE6-A42C-B730AF6921BC}" type="pres">
      <dgm:prSet presAssocID="{4A6DC7AF-F49C-4362-86F6-BF65C328A742}" presName="parTx" presStyleLbl="revTx" presStyleIdx="0" presStyleCnt="3">
        <dgm:presLayoutVars>
          <dgm:chMax val="0"/>
          <dgm:chPref val="0"/>
        </dgm:presLayoutVars>
      </dgm:prSet>
      <dgm:spPr/>
    </dgm:pt>
    <dgm:pt modelId="{C629D6F1-4C75-425F-89FB-12ED1703F217}" type="pres">
      <dgm:prSet presAssocID="{756183DE-FB6D-40D5-9A70-61F0620390E1}" presName="sibTrans" presStyleCnt="0"/>
      <dgm:spPr/>
    </dgm:pt>
    <dgm:pt modelId="{412BB7E0-06D2-4E69-AEB3-7D35D8CD9318}" type="pres">
      <dgm:prSet presAssocID="{736FEC6A-0B3D-4ABD-82D5-879E75E84988}" presName="compNode" presStyleCnt="0"/>
      <dgm:spPr/>
    </dgm:pt>
    <dgm:pt modelId="{2AB17AEB-5941-4160-8DA5-00FC22D1767A}" type="pres">
      <dgm:prSet presAssocID="{736FEC6A-0B3D-4ABD-82D5-879E75E84988}" presName="bgRect" presStyleLbl="bgShp" presStyleIdx="1" presStyleCnt="3"/>
      <dgm:spPr/>
    </dgm:pt>
    <dgm:pt modelId="{908FD81D-D27E-420F-8B9B-661D85ABF2CB}" type="pres">
      <dgm:prSet presAssocID="{736FEC6A-0B3D-4ABD-82D5-879E75E84988}" presName="iconRect" presStyleLbl="node1" presStyleIdx="1" presStyleCnt="3"/>
      <dgm:spPr/>
    </dgm:pt>
    <dgm:pt modelId="{70073B1C-A3D6-4D05-A24E-7B46732AB54A}" type="pres">
      <dgm:prSet presAssocID="{736FEC6A-0B3D-4ABD-82D5-879E75E84988}" presName="spaceRect" presStyleCnt="0"/>
      <dgm:spPr/>
    </dgm:pt>
    <dgm:pt modelId="{F1AD9FF1-2E32-4871-8F92-21BE2D9205B6}" type="pres">
      <dgm:prSet presAssocID="{736FEC6A-0B3D-4ABD-82D5-879E75E84988}" presName="parTx" presStyleLbl="revTx" presStyleIdx="1" presStyleCnt="3">
        <dgm:presLayoutVars>
          <dgm:chMax val="0"/>
          <dgm:chPref val="0"/>
        </dgm:presLayoutVars>
      </dgm:prSet>
      <dgm:spPr/>
    </dgm:pt>
    <dgm:pt modelId="{76555D79-7633-4C1D-925E-7159830FEEAA}" type="pres">
      <dgm:prSet presAssocID="{9DC22325-9B15-44E5-A5D1-1662A9169D54}" presName="sibTrans" presStyleCnt="0"/>
      <dgm:spPr/>
    </dgm:pt>
    <dgm:pt modelId="{FA0699C5-11F5-4E06-BEC9-D6250C93E533}" type="pres">
      <dgm:prSet presAssocID="{02A024F3-52ED-4712-9169-2A802A4FC6AD}" presName="compNode" presStyleCnt="0"/>
      <dgm:spPr/>
    </dgm:pt>
    <dgm:pt modelId="{BFFF6B75-051E-4FFB-9335-DA29C3E7A710}" type="pres">
      <dgm:prSet presAssocID="{02A024F3-52ED-4712-9169-2A802A4FC6AD}" presName="bgRect" presStyleLbl="bgShp" presStyleIdx="2" presStyleCnt="3"/>
      <dgm:spPr/>
    </dgm:pt>
    <dgm:pt modelId="{562DAA53-1BF4-4EFF-8872-9A3459FBBECE}" type="pres">
      <dgm:prSet presAssocID="{02A024F3-52ED-4712-9169-2A802A4FC6AD}" presName="iconRect" presStyleLbl="node1" presStyleIdx="2" presStyleCnt="3"/>
      <dgm:spPr/>
    </dgm:pt>
    <dgm:pt modelId="{F720B1BB-1527-4D47-AFAF-8739816B3B11}" type="pres">
      <dgm:prSet presAssocID="{02A024F3-52ED-4712-9169-2A802A4FC6AD}" presName="spaceRect" presStyleCnt="0"/>
      <dgm:spPr/>
    </dgm:pt>
    <dgm:pt modelId="{B32A4540-AF0E-478E-90E6-D22AC7427C1E}" type="pres">
      <dgm:prSet presAssocID="{02A024F3-52ED-4712-9169-2A802A4FC6A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5DD6468-B921-4911-8A00-2ACF5BD58837}" type="presOf" srcId="{736FEC6A-0B3D-4ABD-82D5-879E75E84988}" destId="{F1AD9FF1-2E32-4871-8F92-21BE2D9205B6}" srcOrd="0" destOrd="0" presId="urn:microsoft.com/office/officeart/2018/2/layout/IconVerticalSolidList"/>
    <dgm:cxn modelId="{721AED6C-1535-4687-B220-B5024DBD79B7}" type="presOf" srcId="{02A024F3-52ED-4712-9169-2A802A4FC6AD}" destId="{B32A4540-AF0E-478E-90E6-D22AC7427C1E}" srcOrd="0" destOrd="0" presId="urn:microsoft.com/office/officeart/2018/2/layout/IconVerticalSolidList"/>
    <dgm:cxn modelId="{C5C8B974-8CDA-4741-873F-C11200505C14}" srcId="{E3C733FD-4553-4B5B-A69C-0BC28C7D3971}" destId="{02A024F3-52ED-4712-9169-2A802A4FC6AD}" srcOrd="2" destOrd="0" parTransId="{146EF2BA-9060-4D4E-A003-20F04D4FF608}" sibTransId="{93700094-3BA3-41AA-9E63-D26B40E52951}"/>
    <dgm:cxn modelId="{3B99FC74-5445-4991-BC63-0C03407AB455}" srcId="{E3C733FD-4553-4B5B-A69C-0BC28C7D3971}" destId="{4A6DC7AF-F49C-4362-86F6-BF65C328A742}" srcOrd="0" destOrd="0" parTransId="{6757E5F1-AC6B-4091-8F03-175DDFF168BB}" sibTransId="{756183DE-FB6D-40D5-9A70-61F0620390E1}"/>
    <dgm:cxn modelId="{F88C5E76-4F37-4F7F-AF4A-4A83D5DB8961}" type="presOf" srcId="{4A6DC7AF-F49C-4362-86F6-BF65C328A742}" destId="{5B50DCCF-3856-4BE6-A42C-B730AF6921BC}" srcOrd="0" destOrd="0" presId="urn:microsoft.com/office/officeart/2018/2/layout/IconVerticalSolidList"/>
    <dgm:cxn modelId="{C7327B7A-C709-44B8-9DB6-B3B50634B277}" srcId="{E3C733FD-4553-4B5B-A69C-0BC28C7D3971}" destId="{736FEC6A-0B3D-4ABD-82D5-879E75E84988}" srcOrd="1" destOrd="0" parTransId="{96644830-3122-420D-A31B-77B786577C3F}" sibTransId="{9DC22325-9B15-44E5-A5D1-1662A9169D54}"/>
    <dgm:cxn modelId="{51136981-A0F8-4340-92DF-97DFADF6956B}" type="presOf" srcId="{E3C733FD-4553-4B5B-A69C-0BC28C7D3971}" destId="{6355A87A-D53E-45CE-87B0-C34E670BD8E8}" srcOrd="0" destOrd="0" presId="urn:microsoft.com/office/officeart/2018/2/layout/IconVerticalSolidList"/>
    <dgm:cxn modelId="{8C39D7D3-3FCC-451B-8596-4AC7A7217120}" type="presParOf" srcId="{6355A87A-D53E-45CE-87B0-C34E670BD8E8}" destId="{638296F0-85F1-468B-B402-BDF528C76087}" srcOrd="0" destOrd="0" presId="urn:microsoft.com/office/officeart/2018/2/layout/IconVerticalSolidList"/>
    <dgm:cxn modelId="{682A9CE2-675C-4DA4-BF11-00EA7BA591DA}" type="presParOf" srcId="{638296F0-85F1-468B-B402-BDF528C76087}" destId="{EB3975A2-C732-4ABC-9941-333CE1790AB5}" srcOrd="0" destOrd="0" presId="urn:microsoft.com/office/officeart/2018/2/layout/IconVerticalSolidList"/>
    <dgm:cxn modelId="{CD84D107-FF88-47EC-9C2A-2313EE094304}" type="presParOf" srcId="{638296F0-85F1-468B-B402-BDF528C76087}" destId="{A539BF6D-085D-4972-BE7F-1B1866C40437}" srcOrd="1" destOrd="0" presId="urn:microsoft.com/office/officeart/2018/2/layout/IconVerticalSolidList"/>
    <dgm:cxn modelId="{807CC119-D337-4BC5-A9ED-970C8EEC6FAF}" type="presParOf" srcId="{638296F0-85F1-468B-B402-BDF528C76087}" destId="{CEC23A4D-44A1-4ABD-A24C-E8712CEDF7DB}" srcOrd="2" destOrd="0" presId="urn:microsoft.com/office/officeart/2018/2/layout/IconVerticalSolidList"/>
    <dgm:cxn modelId="{CAAE6E6C-CC32-41A4-B961-4BDC7AFBDE95}" type="presParOf" srcId="{638296F0-85F1-468B-B402-BDF528C76087}" destId="{5B50DCCF-3856-4BE6-A42C-B730AF6921BC}" srcOrd="3" destOrd="0" presId="urn:microsoft.com/office/officeart/2018/2/layout/IconVerticalSolidList"/>
    <dgm:cxn modelId="{D573437C-B55B-4C57-A809-2C65198D1A05}" type="presParOf" srcId="{6355A87A-D53E-45CE-87B0-C34E670BD8E8}" destId="{C629D6F1-4C75-425F-89FB-12ED1703F217}" srcOrd="1" destOrd="0" presId="urn:microsoft.com/office/officeart/2018/2/layout/IconVerticalSolidList"/>
    <dgm:cxn modelId="{A2DCC045-943D-4817-B38B-E84B86A9B1A9}" type="presParOf" srcId="{6355A87A-D53E-45CE-87B0-C34E670BD8E8}" destId="{412BB7E0-06D2-4E69-AEB3-7D35D8CD9318}" srcOrd="2" destOrd="0" presId="urn:microsoft.com/office/officeart/2018/2/layout/IconVerticalSolidList"/>
    <dgm:cxn modelId="{EE9B8529-9FAD-45D4-B110-03AB78D9C010}" type="presParOf" srcId="{412BB7E0-06D2-4E69-AEB3-7D35D8CD9318}" destId="{2AB17AEB-5941-4160-8DA5-00FC22D1767A}" srcOrd="0" destOrd="0" presId="urn:microsoft.com/office/officeart/2018/2/layout/IconVerticalSolidList"/>
    <dgm:cxn modelId="{2965148D-3F63-4DE4-A3E3-DAF09362E45C}" type="presParOf" srcId="{412BB7E0-06D2-4E69-AEB3-7D35D8CD9318}" destId="{908FD81D-D27E-420F-8B9B-661D85ABF2CB}" srcOrd="1" destOrd="0" presId="urn:microsoft.com/office/officeart/2018/2/layout/IconVerticalSolidList"/>
    <dgm:cxn modelId="{23F5CF1A-0B8F-442E-8D8D-1C543C25BD63}" type="presParOf" srcId="{412BB7E0-06D2-4E69-AEB3-7D35D8CD9318}" destId="{70073B1C-A3D6-4D05-A24E-7B46732AB54A}" srcOrd="2" destOrd="0" presId="urn:microsoft.com/office/officeart/2018/2/layout/IconVerticalSolidList"/>
    <dgm:cxn modelId="{E9FC1BBC-91E6-4CDF-B04C-C47F3EF087F5}" type="presParOf" srcId="{412BB7E0-06D2-4E69-AEB3-7D35D8CD9318}" destId="{F1AD9FF1-2E32-4871-8F92-21BE2D9205B6}" srcOrd="3" destOrd="0" presId="urn:microsoft.com/office/officeart/2018/2/layout/IconVerticalSolidList"/>
    <dgm:cxn modelId="{7DE65C4A-68DC-4A39-982B-4DA86B02A4C5}" type="presParOf" srcId="{6355A87A-D53E-45CE-87B0-C34E670BD8E8}" destId="{76555D79-7633-4C1D-925E-7159830FEEAA}" srcOrd="3" destOrd="0" presId="urn:microsoft.com/office/officeart/2018/2/layout/IconVerticalSolidList"/>
    <dgm:cxn modelId="{BBE5DFC3-9936-4C94-B432-EDBF3ECF3D64}" type="presParOf" srcId="{6355A87A-D53E-45CE-87B0-C34E670BD8E8}" destId="{FA0699C5-11F5-4E06-BEC9-D6250C93E533}" srcOrd="4" destOrd="0" presId="urn:microsoft.com/office/officeart/2018/2/layout/IconVerticalSolidList"/>
    <dgm:cxn modelId="{7BDAF25B-F3D1-40AB-AB72-B6E2C95B953F}" type="presParOf" srcId="{FA0699C5-11F5-4E06-BEC9-D6250C93E533}" destId="{BFFF6B75-051E-4FFB-9335-DA29C3E7A710}" srcOrd="0" destOrd="0" presId="urn:microsoft.com/office/officeart/2018/2/layout/IconVerticalSolidList"/>
    <dgm:cxn modelId="{9041320D-F05A-4F85-9E82-C96ED31FAC53}" type="presParOf" srcId="{FA0699C5-11F5-4E06-BEC9-D6250C93E533}" destId="{562DAA53-1BF4-4EFF-8872-9A3459FBBECE}" srcOrd="1" destOrd="0" presId="urn:microsoft.com/office/officeart/2018/2/layout/IconVerticalSolidList"/>
    <dgm:cxn modelId="{2F9E1EC9-EC65-4361-A286-0A4E9B20525B}" type="presParOf" srcId="{FA0699C5-11F5-4E06-BEC9-D6250C93E533}" destId="{F720B1BB-1527-4D47-AFAF-8739816B3B11}" srcOrd="2" destOrd="0" presId="urn:microsoft.com/office/officeart/2018/2/layout/IconVerticalSolidList"/>
    <dgm:cxn modelId="{EF2BFDB0-06BE-4C7A-A0ED-4384D68BCFBA}" type="presParOf" srcId="{FA0699C5-11F5-4E06-BEC9-D6250C93E533}" destId="{B32A4540-AF0E-478E-90E6-D22AC7427C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C733FD-4553-4B5B-A69C-0BC28C7D397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26C5AFD-83F4-4BF5-982A-78FD0DA76A8A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UVM-Based Verification Environment</a:t>
          </a:r>
          <a:r>
            <a:rPr lang="en-US" b="1" dirty="0">
              <a:latin typeface="Grandview Display"/>
            </a:rPr>
            <a:t>: </a:t>
          </a:r>
          <a:r>
            <a:rPr lang="en-US" dirty="0"/>
            <a:t>UVM testbench with multiple agents for system-level verification</a:t>
          </a:r>
          <a:r>
            <a:rPr lang="en-US" dirty="0">
              <a:latin typeface="Grandview Display"/>
            </a:rPr>
            <a:t>; </a:t>
          </a:r>
          <a:r>
            <a:rPr lang="en-US" b="1" dirty="0"/>
            <a:t>Clock / Reset Generator:</a:t>
          </a:r>
          <a:r>
            <a:rPr lang="en-US" dirty="0"/>
            <a:t> sequences for different clock frequencies and reset scenarios</a:t>
          </a:r>
          <a:r>
            <a:rPr lang="en-US" dirty="0">
              <a:latin typeface="Grandview Display"/>
            </a:rPr>
            <a:t>; </a:t>
          </a:r>
          <a:r>
            <a:rPr lang="en-US" b="1" dirty="0"/>
            <a:t>AXI Agents:</a:t>
          </a:r>
          <a:r>
            <a:rPr lang="en-US" dirty="0"/>
            <a:t> generate traffic for CPU, GPU, control subsystem, and other AXI initiators</a:t>
          </a:r>
          <a:r>
            <a:rPr lang="en-US" dirty="0">
              <a:latin typeface="Grandview Display"/>
            </a:rPr>
            <a:t>; </a:t>
          </a:r>
          <a:r>
            <a:rPr lang="en-US" b="1" dirty="0"/>
            <a:t>AHB Agents:</a:t>
          </a:r>
          <a:r>
            <a:rPr lang="en-US" dirty="0"/>
            <a:t> generate and monitor processor AHB transactions</a:t>
          </a:r>
          <a:r>
            <a:rPr lang="en-US" dirty="0">
              <a:latin typeface="Grandview Display"/>
            </a:rPr>
            <a:t>; </a:t>
          </a:r>
          <a:r>
            <a:rPr lang="en-US" b="1" dirty="0"/>
            <a:t>Inter-process communication:</a:t>
          </a:r>
          <a:r>
            <a:rPr lang="en-US" dirty="0"/>
            <a:t> memory monitoring agents to trigger sequences</a:t>
          </a:r>
          <a:r>
            <a:rPr lang="en-US" dirty="0">
              <a:latin typeface="Grandview Display"/>
            </a:rPr>
            <a:t>; </a:t>
          </a:r>
          <a:r>
            <a:rPr lang="en-US" b="1" dirty="0"/>
            <a:t>UART Monitors:</a:t>
          </a:r>
          <a:r>
            <a:rPr lang="en-US" dirty="0"/>
            <a:t> capture and validate core output/debug strings</a:t>
          </a:r>
          <a:endParaRPr lang="en-US" dirty="0">
            <a:latin typeface="Grandview Display"/>
          </a:endParaRPr>
        </a:p>
      </dgm:t>
    </dgm:pt>
    <dgm:pt modelId="{7841A20A-74AF-4058-BE91-6B7D88AC45AC}" type="parTrans" cxnId="{DA1BCC55-5558-432C-9EDC-C49636DDAF42}">
      <dgm:prSet/>
      <dgm:spPr/>
    </dgm:pt>
    <dgm:pt modelId="{EF40B10C-F92A-46D8-8DDF-A10059229550}" type="sibTrans" cxnId="{DA1BCC55-5558-432C-9EDC-C49636DDAF42}">
      <dgm:prSet/>
      <dgm:spPr/>
    </dgm:pt>
    <dgm:pt modelId="{1ECA1D49-C540-4ECC-87F1-30F0932C37F8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Software-Driven Verification</a:t>
          </a:r>
          <a:r>
            <a:rPr lang="en-US" b="1" dirty="0">
              <a:latin typeface="Grandview Display"/>
            </a:rPr>
            <a:t>: </a:t>
          </a:r>
          <a:r>
            <a:rPr lang="en-US" b="1" dirty="0"/>
            <a:t>C/ASM-based environment</a:t>
          </a:r>
          <a:r>
            <a:rPr lang="en-US" b="1" dirty="0">
              <a:latin typeface="Grandview Display"/>
            </a:rPr>
            <a:t>; </a:t>
          </a:r>
          <a:r>
            <a:rPr lang="en-US" dirty="0"/>
            <a:t>A/M/R-Class </a:t>
          </a:r>
          <a:r>
            <a:rPr lang="en-US" b="1" dirty="0"/>
            <a:t>assembly boot code</a:t>
          </a:r>
          <a:r>
            <a:rPr lang="en-US" dirty="0"/>
            <a:t> for processor initialization after power-up</a:t>
          </a:r>
          <a:r>
            <a:rPr lang="en-US" dirty="0">
              <a:latin typeface="Grandview Display"/>
            </a:rPr>
            <a:t>; </a:t>
          </a:r>
          <a:r>
            <a:rPr lang="en-US" b="1" dirty="0"/>
            <a:t>C-libraries</a:t>
          </a:r>
          <a:r>
            <a:rPr lang="en-US" dirty="0"/>
            <a:t> for register read/write, interrupt handling, LSIO, DDR, and other IP </a:t>
          </a:r>
          <a:r>
            <a:rPr lang="en-US" b="0" dirty="0" err="1">
              <a:latin typeface="Grandview Display"/>
            </a:rPr>
            <a:t>access;</a:t>
          </a:r>
          <a:r>
            <a:rPr lang="en-US" b="1" dirty="0" err="1">
              <a:latin typeface="Grandview Display"/>
            </a:rPr>
            <a:t>Self-checking</a:t>
          </a:r>
          <a:r>
            <a:rPr lang="en-US" b="1" dirty="0"/>
            <a:t> C-based tests</a:t>
          </a:r>
          <a:r>
            <a:rPr lang="en-US" dirty="0"/>
            <a:t> and </a:t>
          </a:r>
          <a:r>
            <a:rPr lang="en-US" b="1" dirty="0"/>
            <a:t>power-aware verification libraries</a:t>
          </a:r>
          <a:r>
            <a:rPr lang="en-US" b="1" dirty="0">
              <a:latin typeface="Grandview Display"/>
            </a:rPr>
            <a:t>; </a:t>
          </a:r>
          <a:r>
            <a:rPr lang="en-US" b="1" dirty="0"/>
            <a:t>ARM C compiler</a:t>
          </a:r>
          <a:r>
            <a:rPr lang="en-US" dirty="0"/>
            <a:t> used to generate HEX images preloaded into memory</a:t>
          </a:r>
          <a:r>
            <a:rPr lang="en-US" dirty="0">
              <a:latin typeface="Grandview Display"/>
            </a:rPr>
            <a:t>; </a:t>
          </a:r>
          <a:r>
            <a:rPr lang="en-US" b="1" dirty="0"/>
            <a:t>Debug CXDT Library</a:t>
          </a:r>
          <a:r>
            <a:rPr lang="en-US" dirty="0"/>
            <a:t> for validating debug subsystem and trace functionality</a:t>
          </a:r>
          <a:endParaRPr lang="en-US" dirty="0">
            <a:latin typeface="Grandview Display"/>
          </a:endParaRPr>
        </a:p>
      </dgm:t>
    </dgm:pt>
    <dgm:pt modelId="{0F9B6442-A7E5-482B-9749-30E541A1E57E}" type="parTrans" cxnId="{DF2A5397-4AC8-482B-B454-14FE2F3F940A}">
      <dgm:prSet/>
      <dgm:spPr/>
    </dgm:pt>
    <dgm:pt modelId="{BCA438CF-0D79-416B-92D3-5C61EBAB3D53}" type="sibTrans" cxnId="{DF2A5397-4AC8-482B-B454-14FE2F3F940A}">
      <dgm:prSet/>
      <dgm:spPr/>
    </dgm:pt>
    <dgm:pt modelId="{BC325FA1-993F-4789-B8D8-832A97B1AD5A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Verification Flow</a:t>
          </a:r>
          <a:r>
            <a:rPr lang="en-US" b="1" dirty="0">
              <a:latin typeface="Grandview Display"/>
            </a:rPr>
            <a:t>: </a:t>
          </a:r>
          <a:r>
            <a:rPr lang="en-US" dirty="0"/>
            <a:t>Clock/reset agents drive signals on </a:t>
          </a:r>
          <a:r>
            <a:rPr lang="en-US" b="1" dirty="0"/>
            <a:t>IO PADs</a:t>
          </a:r>
          <a:r>
            <a:rPr lang="en-US" b="1" dirty="0">
              <a:latin typeface="Grandview Display"/>
            </a:rPr>
            <a:t>; </a:t>
          </a:r>
          <a:r>
            <a:rPr lang="en-US" b="1" dirty="0"/>
            <a:t>CPU cluster receives clock/reset</a:t>
          </a:r>
          <a:r>
            <a:rPr lang="en-US" dirty="0"/>
            <a:t> and starts execution</a:t>
          </a:r>
          <a:r>
            <a:rPr lang="en-US" dirty="0">
              <a:latin typeface="Grandview Display"/>
            </a:rPr>
            <a:t>; </a:t>
          </a:r>
          <a:r>
            <a:rPr lang="en-US" dirty="0"/>
            <a:t>Processor boots and loads </a:t>
          </a:r>
          <a:r>
            <a:rPr lang="en-US" b="1" dirty="0"/>
            <a:t>HEX image generated by ARM compiler</a:t>
          </a:r>
          <a:r>
            <a:rPr lang="en-US" b="1" dirty="0">
              <a:latin typeface="Grandview Display"/>
            </a:rPr>
            <a:t>; </a:t>
          </a:r>
          <a:r>
            <a:rPr lang="en-US" b="1" dirty="0"/>
            <a:t>C-libraries generate register transactions</a:t>
          </a:r>
          <a:r>
            <a:rPr lang="en-US" dirty="0"/>
            <a:t> and system interactions</a:t>
          </a:r>
          <a:r>
            <a:rPr lang="en-US" dirty="0">
              <a:latin typeface="Grandview Display"/>
            </a:rPr>
            <a:t>; </a:t>
          </a:r>
          <a:r>
            <a:rPr lang="en-US" b="1" dirty="0"/>
            <a:t>C-tests verify system </a:t>
          </a:r>
          <a:r>
            <a:rPr lang="en-US" dirty="0">
              <a:latin typeface="Grandview Display"/>
            </a:rPr>
            <a:t>functionality including</a:t>
          </a:r>
          <a:r>
            <a:rPr lang="en-US" dirty="0"/>
            <a:t>: boot flow, memory map, interrupt map, DFX/debug, memory subsystem, LSIO subsystem, fuse/IOPAD, clock/power/reset, dynamic CDC, and security verification.</a:t>
          </a:r>
          <a:endParaRPr lang="en-US" dirty="0">
            <a:latin typeface="Grandview Display"/>
          </a:endParaRPr>
        </a:p>
      </dgm:t>
    </dgm:pt>
    <dgm:pt modelId="{FAC26102-DA6B-41DD-9073-806174D59486}" type="parTrans" cxnId="{E63325FE-F08C-4DD9-9E0D-037072ED079C}">
      <dgm:prSet/>
      <dgm:spPr/>
    </dgm:pt>
    <dgm:pt modelId="{53D6F993-086F-4BC1-B170-FB9280A1A775}" type="sibTrans" cxnId="{E63325FE-F08C-4DD9-9E0D-037072ED079C}">
      <dgm:prSet/>
      <dgm:spPr/>
    </dgm:pt>
    <dgm:pt modelId="{6355A87A-D53E-45CE-87B0-C34E670BD8E8}" type="pres">
      <dgm:prSet presAssocID="{E3C733FD-4553-4B5B-A69C-0BC28C7D3971}" presName="root" presStyleCnt="0">
        <dgm:presLayoutVars>
          <dgm:dir/>
          <dgm:resizeHandles val="exact"/>
        </dgm:presLayoutVars>
      </dgm:prSet>
      <dgm:spPr/>
    </dgm:pt>
    <dgm:pt modelId="{96735069-BE08-4EDF-97AC-A7902392DE8D}" type="pres">
      <dgm:prSet presAssocID="{626C5AFD-83F4-4BF5-982A-78FD0DA76A8A}" presName="compNode" presStyleCnt="0"/>
      <dgm:spPr/>
    </dgm:pt>
    <dgm:pt modelId="{F7EAD6F1-A113-430F-9163-E57EBCC58650}" type="pres">
      <dgm:prSet presAssocID="{626C5AFD-83F4-4BF5-982A-78FD0DA76A8A}" presName="bgRect" presStyleLbl="bgShp" presStyleIdx="0" presStyleCnt="3"/>
      <dgm:spPr/>
    </dgm:pt>
    <dgm:pt modelId="{DCF50142-CCE2-4BAB-9555-0AB5589AF7DA}" type="pres">
      <dgm:prSet presAssocID="{626C5AFD-83F4-4BF5-982A-78FD0DA76A8A}" presName="iconRect" presStyleLbl="node1" presStyleIdx="0" presStyleCnt="3"/>
      <dgm:spPr/>
    </dgm:pt>
    <dgm:pt modelId="{DF97E658-0FE8-4095-9ACD-72B2D06596BE}" type="pres">
      <dgm:prSet presAssocID="{626C5AFD-83F4-4BF5-982A-78FD0DA76A8A}" presName="spaceRect" presStyleCnt="0"/>
      <dgm:spPr/>
    </dgm:pt>
    <dgm:pt modelId="{E4E7F7AD-1FD3-41DC-BCED-340FB889D44D}" type="pres">
      <dgm:prSet presAssocID="{626C5AFD-83F4-4BF5-982A-78FD0DA76A8A}" presName="parTx" presStyleLbl="revTx" presStyleIdx="0" presStyleCnt="3">
        <dgm:presLayoutVars>
          <dgm:chMax val="0"/>
          <dgm:chPref val="0"/>
        </dgm:presLayoutVars>
      </dgm:prSet>
      <dgm:spPr/>
    </dgm:pt>
    <dgm:pt modelId="{43EE7020-E4CB-4588-964E-B4C02E0570A5}" type="pres">
      <dgm:prSet presAssocID="{EF40B10C-F92A-46D8-8DDF-A10059229550}" presName="sibTrans" presStyleCnt="0"/>
      <dgm:spPr/>
    </dgm:pt>
    <dgm:pt modelId="{9EA6EB60-FF84-4858-9E09-FCB70DDBA9B7}" type="pres">
      <dgm:prSet presAssocID="{1ECA1D49-C540-4ECC-87F1-30F0932C37F8}" presName="compNode" presStyleCnt="0"/>
      <dgm:spPr/>
    </dgm:pt>
    <dgm:pt modelId="{3B11150E-C95E-4FE8-8799-911D990FACE8}" type="pres">
      <dgm:prSet presAssocID="{1ECA1D49-C540-4ECC-87F1-30F0932C37F8}" presName="bgRect" presStyleLbl="bgShp" presStyleIdx="1" presStyleCnt="3"/>
      <dgm:spPr/>
    </dgm:pt>
    <dgm:pt modelId="{6D297E98-C7BB-448F-8867-441C5CF827D5}" type="pres">
      <dgm:prSet presAssocID="{1ECA1D49-C540-4ECC-87F1-30F0932C37F8}" presName="iconRect" presStyleLbl="node1" presStyleIdx="1" presStyleCnt="3"/>
      <dgm:spPr/>
    </dgm:pt>
    <dgm:pt modelId="{ABBD362D-47DF-4E7D-BCB0-F875AF3186FD}" type="pres">
      <dgm:prSet presAssocID="{1ECA1D49-C540-4ECC-87F1-30F0932C37F8}" presName="spaceRect" presStyleCnt="0"/>
      <dgm:spPr/>
    </dgm:pt>
    <dgm:pt modelId="{992717E5-56CD-4941-A79D-30F8169928B0}" type="pres">
      <dgm:prSet presAssocID="{1ECA1D49-C540-4ECC-87F1-30F0932C37F8}" presName="parTx" presStyleLbl="revTx" presStyleIdx="1" presStyleCnt="3">
        <dgm:presLayoutVars>
          <dgm:chMax val="0"/>
          <dgm:chPref val="0"/>
        </dgm:presLayoutVars>
      </dgm:prSet>
      <dgm:spPr/>
    </dgm:pt>
    <dgm:pt modelId="{EE8C6DF6-1BBE-4EFD-93FB-A83163B4410D}" type="pres">
      <dgm:prSet presAssocID="{BCA438CF-0D79-416B-92D3-5C61EBAB3D53}" presName="sibTrans" presStyleCnt="0"/>
      <dgm:spPr/>
    </dgm:pt>
    <dgm:pt modelId="{F889BDAB-FC41-4480-993A-F7F6378150E9}" type="pres">
      <dgm:prSet presAssocID="{BC325FA1-993F-4789-B8D8-832A97B1AD5A}" presName="compNode" presStyleCnt="0"/>
      <dgm:spPr/>
    </dgm:pt>
    <dgm:pt modelId="{1204A769-1ED6-46FC-BF07-4382AADBEB54}" type="pres">
      <dgm:prSet presAssocID="{BC325FA1-993F-4789-B8D8-832A97B1AD5A}" presName="bgRect" presStyleLbl="bgShp" presStyleIdx="2" presStyleCnt="3"/>
      <dgm:spPr/>
    </dgm:pt>
    <dgm:pt modelId="{9E5617D6-60E5-4235-BD28-9B16C017CB35}" type="pres">
      <dgm:prSet presAssocID="{BC325FA1-993F-4789-B8D8-832A97B1AD5A}" presName="iconRect" presStyleLbl="node1" presStyleIdx="2" presStyleCnt="3"/>
      <dgm:spPr/>
    </dgm:pt>
    <dgm:pt modelId="{703CCAF5-A93A-4603-B5FD-FE0A9AB8E321}" type="pres">
      <dgm:prSet presAssocID="{BC325FA1-993F-4789-B8D8-832A97B1AD5A}" presName="spaceRect" presStyleCnt="0"/>
      <dgm:spPr/>
    </dgm:pt>
    <dgm:pt modelId="{45330C33-DCD2-4364-98AB-3CF2C699D835}" type="pres">
      <dgm:prSet presAssocID="{BC325FA1-993F-4789-B8D8-832A97B1AD5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A1BCC55-5558-432C-9EDC-C49636DDAF42}" srcId="{E3C733FD-4553-4B5B-A69C-0BC28C7D3971}" destId="{626C5AFD-83F4-4BF5-982A-78FD0DA76A8A}" srcOrd="0" destOrd="0" parTransId="{7841A20A-74AF-4058-BE91-6B7D88AC45AC}" sibTransId="{EF40B10C-F92A-46D8-8DDF-A10059229550}"/>
    <dgm:cxn modelId="{51136981-A0F8-4340-92DF-97DFADF6956B}" type="presOf" srcId="{E3C733FD-4553-4B5B-A69C-0BC28C7D3971}" destId="{6355A87A-D53E-45CE-87B0-C34E670BD8E8}" srcOrd="0" destOrd="0" presId="urn:microsoft.com/office/officeart/2018/2/layout/IconVerticalSolidList"/>
    <dgm:cxn modelId="{FCDE7895-32A4-41ED-A6EA-21BECAA02A77}" type="presOf" srcId="{1ECA1D49-C540-4ECC-87F1-30F0932C37F8}" destId="{992717E5-56CD-4941-A79D-30F8169928B0}" srcOrd="0" destOrd="0" presId="urn:microsoft.com/office/officeart/2018/2/layout/IconVerticalSolidList"/>
    <dgm:cxn modelId="{DF2A5397-4AC8-482B-B454-14FE2F3F940A}" srcId="{E3C733FD-4553-4B5B-A69C-0BC28C7D3971}" destId="{1ECA1D49-C540-4ECC-87F1-30F0932C37F8}" srcOrd="1" destOrd="0" parTransId="{0F9B6442-A7E5-482B-9749-30E541A1E57E}" sibTransId="{BCA438CF-0D79-416B-92D3-5C61EBAB3D53}"/>
    <dgm:cxn modelId="{349C9D9A-862C-43B9-9674-65E379A9AAF2}" type="presOf" srcId="{626C5AFD-83F4-4BF5-982A-78FD0DA76A8A}" destId="{E4E7F7AD-1FD3-41DC-BCED-340FB889D44D}" srcOrd="0" destOrd="0" presId="urn:microsoft.com/office/officeart/2018/2/layout/IconVerticalSolidList"/>
    <dgm:cxn modelId="{DA067BBD-4F10-432E-877B-D6C8B1E8F416}" type="presOf" srcId="{BC325FA1-993F-4789-B8D8-832A97B1AD5A}" destId="{45330C33-DCD2-4364-98AB-3CF2C699D835}" srcOrd="0" destOrd="0" presId="urn:microsoft.com/office/officeart/2018/2/layout/IconVerticalSolidList"/>
    <dgm:cxn modelId="{E63325FE-F08C-4DD9-9E0D-037072ED079C}" srcId="{E3C733FD-4553-4B5B-A69C-0BC28C7D3971}" destId="{BC325FA1-993F-4789-B8D8-832A97B1AD5A}" srcOrd="2" destOrd="0" parTransId="{FAC26102-DA6B-41DD-9073-806174D59486}" sibTransId="{53D6F993-086F-4BC1-B170-FB9280A1A775}"/>
    <dgm:cxn modelId="{D48CA382-A8C0-481C-9E64-4A7033101D12}" type="presParOf" srcId="{6355A87A-D53E-45CE-87B0-C34E670BD8E8}" destId="{96735069-BE08-4EDF-97AC-A7902392DE8D}" srcOrd="0" destOrd="0" presId="urn:microsoft.com/office/officeart/2018/2/layout/IconVerticalSolidList"/>
    <dgm:cxn modelId="{4589C81C-23D4-4933-90F7-A412A29C6ABB}" type="presParOf" srcId="{96735069-BE08-4EDF-97AC-A7902392DE8D}" destId="{F7EAD6F1-A113-430F-9163-E57EBCC58650}" srcOrd="0" destOrd="0" presId="urn:microsoft.com/office/officeart/2018/2/layout/IconVerticalSolidList"/>
    <dgm:cxn modelId="{4CC64650-6A00-450B-94BC-25822904A126}" type="presParOf" srcId="{96735069-BE08-4EDF-97AC-A7902392DE8D}" destId="{DCF50142-CCE2-4BAB-9555-0AB5589AF7DA}" srcOrd="1" destOrd="0" presId="urn:microsoft.com/office/officeart/2018/2/layout/IconVerticalSolidList"/>
    <dgm:cxn modelId="{AB0DD8FC-34D8-4AA5-AE55-667C81770E8E}" type="presParOf" srcId="{96735069-BE08-4EDF-97AC-A7902392DE8D}" destId="{DF97E658-0FE8-4095-9ACD-72B2D06596BE}" srcOrd="2" destOrd="0" presId="urn:microsoft.com/office/officeart/2018/2/layout/IconVerticalSolidList"/>
    <dgm:cxn modelId="{9000E99F-ED06-4468-83B2-6B076157F472}" type="presParOf" srcId="{96735069-BE08-4EDF-97AC-A7902392DE8D}" destId="{E4E7F7AD-1FD3-41DC-BCED-340FB889D44D}" srcOrd="3" destOrd="0" presId="urn:microsoft.com/office/officeart/2018/2/layout/IconVerticalSolidList"/>
    <dgm:cxn modelId="{2074583A-D5E7-4241-839C-47791D72A42D}" type="presParOf" srcId="{6355A87A-D53E-45CE-87B0-C34E670BD8E8}" destId="{43EE7020-E4CB-4588-964E-B4C02E0570A5}" srcOrd="1" destOrd="0" presId="urn:microsoft.com/office/officeart/2018/2/layout/IconVerticalSolidList"/>
    <dgm:cxn modelId="{01551C5C-9AD9-4576-B73A-35A4B8AE7588}" type="presParOf" srcId="{6355A87A-D53E-45CE-87B0-C34E670BD8E8}" destId="{9EA6EB60-FF84-4858-9E09-FCB70DDBA9B7}" srcOrd="2" destOrd="0" presId="urn:microsoft.com/office/officeart/2018/2/layout/IconVerticalSolidList"/>
    <dgm:cxn modelId="{495573FC-1EBA-428C-BA45-AABC05023F05}" type="presParOf" srcId="{9EA6EB60-FF84-4858-9E09-FCB70DDBA9B7}" destId="{3B11150E-C95E-4FE8-8799-911D990FACE8}" srcOrd="0" destOrd="0" presId="urn:microsoft.com/office/officeart/2018/2/layout/IconVerticalSolidList"/>
    <dgm:cxn modelId="{F2421857-885C-4ADD-8BCC-B6088EBA80C9}" type="presParOf" srcId="{9EA6EB60-FF84-4858-9E09-FCB70DDBA9B7}" destId="{6D297E98-C7BB-448F-8867-441C5CF827D5}" srcOrd="1" destOrd="0" presId="urn:microsoft.com/office/officeart/2018/2/layout/IconVerticalSolidList"/>
    <dgm:cxn modelId="{2AB71228-1919-4132-928B-1646E3721740}" type="presParOf" srcId="{9EA6EB60-FF84-4858-9E09-FCB70DDBA9B7}" destId="{ABBD362D-47DF-4E7D-BCB0-F875AF3186FD}" srcOrd="2" destOrd="0" presId="urn:microsoft.com/office/officeart/2018/2/layout/IconVerticalSolidList"/>
    <dgm:cxn modelId="{0C3A9C00-05E6-4CCB-8799-83DD94F7311E}" type="presParOf" srcId="{9EA6EB60-FF84-4858-9E09-FCB70DDBA9B7}" destId="{992717E5-56CD-4941-A79D-30F8169928B0}" srcOrd="3" destOrd="0" presId="urn:microsoft.com/office/officeart/2018/2/layout/IconVerticalSolidList"/>
    <dgm:cxn modelId="{8F923A3E-D4A5-4F33-84C5-7B59FBF5440B}" type="presParOf" srcId="{6355A87A-D53E-45CE-87B0-C34E670BD8E8}" destId="{EE8C6DF6-1BBE-4EFD-93FB-A83163B4410D}" srcOrd="3" destOrd="0" presId="urn:microsoft.com/office/officeart/2018/2/layout/IconVerticalSolidList"/>
    <dgm:cxn modelId="{509CE6C4-9EED-47FE-8B98-6EC7579AA225}" type="presParOf" srcId="{6355A87A-D53E-45CE-87B0-C34E670BD8E8}" destId="{F889BDAB-FC41-4480-993A-F7F6378150E9}" srcOrd="4" destOrd="0" presId="urn:microsoft.com/office/officeart/2018/2/layout/IconVerticalSolidList"/>
    <dgm:cxn modelId="{97C41295-DEA4-4C92-886F-1543947109E9}" type="presParOf" srcId="{F889BDAB-FC41-4480-993A-F7F6378150E9}" destId="{1204A769-1ED6-46FC-BF07-4382AADBEB54}" srcOrd="0" destOrd="0" presId="urn:microsoft.com/office/officeart/2018/2/layout/IconVerticalSolidList"/>
    <dgm:cxn modelId="{62537DE6-12D1-4452-92A1-CF3008594637}" type="presParOf" srcId="{F889BDAB-FC41-4480-993A-F7F6378150E9}" destId="{9E5617D6-60E5-4235-BD28-9B16C017CB35}" srcOrd="1" destOrd="0" presId="urn:microsoft.com/office/officeart/2018/2/layout/IconVerticalSolidList"/>
    <dgm:cxn modelId="{7954F134-090E-46E6-9098-9C99B5E8D5C7}" type="presParOf" srcId="{F889BDAB-FC41-4480-993A-F7F6378150E9}" destId="{703CCAF5-A93A-4603-B5FD-FE0A9AB8E321}" srcOrd="2" destOrd="0" presId="urn:microsoft.com/office/officeart/2018/2/layout/IconVerticalSolidList"/>
    <dgm:cxn modelId="{FAF30203-A43B-47EB-9F23-66C1B0939D80}" type="presParOf" srcId="{F889BDAB-FC41-4480-993A-F7F6378150E9}" destId="{45330C33-DCD2-4364-98AB-3CF2C699D83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3C733FD-4553-4B5B-A69C-0BC28C7D397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3BB993A-0A11-414B-BE0F-6336711DFA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000000"/>
              </a:solidFill>
              <a:latin typeface="Aptos"/>
              <a:ea typeface="Calibri"/>
              <a:cs typeface="Calibri"/>
            </a:rPr>
            <a:t>Developed  C based </a:t>
          </a:r>
          <a:r>
            <a:rPr lang="en-US" dirty="0">
              <a:latin typeface="Aptos"/>
              <a:ea typeface="Calibri"/>
              <a:cs typeface="Calibri"/>
            </a:rPr>
            <a:t>SOC test cases for ARM processor based SOC.</a:t>
          </a:r>
          <a:r>
            <a:rPr lang="en-US" dirty="0">
              <a:solidFill>
                <a:srgbClr val="000000"/>
              </a:solidFill>
              <a:latin typeface="Aptos"/>
              <a:ea typeface="Calibri"/>
              <a:cs typeface="Calibri"/>
            </a:rPr>
            <a:t> </a:t>
          </a:r>
          <a:r>
            <a:rPr lang="en-US" dirty="0">
              <a:solidFill>
                <a:srgbClr val="000000"/>
              </a:solidFill>
              <a:latin typeface="Aptos"/>
              <a:cs typeface="Arial"/>
            </a:rPr>
            <a:t> Top level C test to configure various blocks and data traffic.</a:t>
          </a:r>
          <a:endParaRPr lang="en-US" dirty="0">
            <a:latin typeface="Aptos"/>
            <a:ea typeface="Calibri"/>
            <a:cs typeface="Arial"/>
          </a:endParaRPr>
        </a:p>
      </dgm:t>
    </dgm:pt>
    <dgm:pt modelId="{D8AC68A6-BBA3-4C10-8554-0658B641DCA1}" type="parTrans" cxnId="{068E0C27-C4B2-413E-A750-BD8D9B22706C}">
      <dgm:prSet/>
      <dgm:spPr/>
      <dgm:t>
        <a:bodyPr/>
        <a:lstStyle/>
        <a:p>
          <a:endParaRPr lang="en-US"/>
        </a:p>
      </dgm:t>
    </dgm:pt>
    <dgm:pt modelId="{710AD86E-72F1-4242-B4C4-99702F4F7BAA}" type="sibTrans" cxnId="{068E0C27-C4B2-413E-A750-BD8D9B22706C}">
      <dgm:prSet/>
      <dgm:spPr/>
      <dgm:t>
        <a:bodyPr/>
        <a:lstStyle/>
        <a:p>
          <a:endParaRPr lang="en-US"/>
        </a:p>
      </dgm:t>
    </dgm:pt>
    <dgm:pt modelId="{BF727334-A0DD-45D7-A549-7D3A01F0DF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000000"/>
              </a:solidFill>
              <a:latin typeface="Aptos"/>
              <a:ea typeface="Calibri"/>
              <a:cs typeface="Calibri"/>
            </a:rPr>
            <a:t>Integrated PCIe VIP at top SOC testbench</a:t>
          </a:r>
          <a:r>
            <a:rPr lang="en-US" dirty="0">
              <a:solidFill>
                <a:srgbClr val="000000"/>
              </a:solidFill>
              <a:latin typeface="Aptos"/>
              <a:cs typeface="Arial"/>
            </a:rPr>
            <a:t>. Bring up of bifurcation modes with </a:t>
          </a:r>
          <a:r>
            <a:rPr lang="en-US" dirty="0" err="1">
              <a:solidFill>
                <a:srgbClr val="000000"/>
              </a:solidFill>
              <a:latin typeface="Aptos"/>
              <a:cs typeface="Arial"/>
            </a:rPr>
            <a:t>X4</a:t>
          </a:r>
          <a:r>
            <a:rPr lang="en-US" dirty="0">
              <a:solidFill>
                <a:srgbClr val="000000"/>
              </a:solidFill>
              <a:latin typeface="Aptos"/>
              <a:cs typeface="Arial"/>
            </a:rPr>
            <a:t>, 2 </a:t>
          </a:r>
          <a:r>
            <a:rPr lang="en-US" dirty="0" err="1">
              <a:solidFill>
                <a:srgbClr val="000000"/>
              </a:solidFill>
              <a:latin typeface="Aptos"/>
              <a:cs typeface="Arial"/>
            </a:rPr>
            <a:t>X8</a:t>
          </a:r>
          <a:r>
            <a:rPr lang="en-US" dirty="0">
              <a:solidFill>
                <a:srgbClr val="000000"/>
              </a:solidFill>
              <a:latin typeface="Aptos"/>
              <a:cs typeface="Arial"/>
            </a:rPr>
            <a:t>, 1 X16.</a:t>
          </a:r>
        </a:p>
      </dgm:t>
    </dgm:pt>
    <dgm:pt modelId="{438719ED-F17E-4116-91E8-03B023892264}" type="parTrans" cxnId="{68176232-FB1E-4A43-99A0-2B0B62B6B94A}">
      <dgm:prSet/>
      <dgm:spPr/>
      <dgm:t>
        <a:bodyPr/>
        <a:lstStyle/>
        <a:p>
          <a:endParaRPr lang="en-US"/>
        </a:p>
      </dgm:t>
    </dgm:pt>
    <dgm:pt modelId="{F126C208-E0BC-4ADE-9F83-728100B20C4A}" type="sibTrans" cxnId="{68176232-FB1E-4A43-99A0-2B0B62B6B94A}">
      <dgm:prSet/>
      <dgm:spPr/>
      <dgm:t>
        <a:bodyPr/>
        <a:lstStyle/>
        <a:p>
          <a:endParaRPr lang="en-US"/>
        </a:p>
      </dgm:t>
    </dgm:pt>
    <dgm:pt modelId="{0E90564D-5C95-48B0-9658-49DDF60ACCDD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000000"/>
              </a:solidFill>
              <a:latin typeface="Aptos"/>
              <a:ea typeface="Calibri"/>
              <a:cs typeface="Calibri"/>
            </a:rPr>
            <a:t> </a:t>
          </a:r>
          <a:r>
            <a:rPr lang="en-US" sz="1100" dirty="0">
              <a:solidFill>
                <a:srgbClr val="444444"/>
              </a:solidFill>
              <a:latin typeface="Calibri"/>
              <a:ea typeface="Calibri"/>
              <a:cs typeface="Calibri"/>
            </a:rPr>
            <a:t>Managing team for milestone based Agile model.</a:t>
          </a:r>
          <a:r>
            <a:rPr lang="en-US" dirty="0">
              <a:solidFill>
                <a:srgbClr val="000000"/>
              </a:solidFill>
              <a:latin typeface="Aptos"/>
              <a:ea typeface="Calibri"/>
              <a:cs typeface="Calibri"/>
            </a:rPr>
            <a:t>Client Face, progress updates, Resolving team issues, support to team, scope updates. </a:t>
          </a:r>
          <a:endParaRPr lang="en-US" dirty="0"/>
        </a:p>
      </dgm:t>
    </dgm:pt>
    <dgm:pt modelId="{5B38A58C-1569-4171-A3BE-C0ECB2C64863}" type="parTrans" cxnId="{06E5861C-162B-4C1E-B14A-D21888FD543A}">
      <dgm:prSet/>
      <dgm:spPr/>
      <dgm:t>
        <a:bodyPr/>
        <a:lstStyle/>
        <a:p>
          <a:endParaRPr lang="en-US"/>
        </a:p>
      </dgm:t>
    </dgm:pt>
    <dgm:pt modelId="{BED916DB-2E26-4813-849C-68BD338AF2AB}" type="sibTrans" cxnId="{06E5861C-162B-4C1E-B14A-D21888FD543A}">
      <dgm:prSet/>
      <dgm:spPr/>
      <dgm:t>
        <a:bodyPr/>
        <a:lstStyle/>
        <a:p>
          <a:endParaRPr lang="en-US"/>
        </a:p>
      </dgm:t>
    </dgm:pt>
    <dgm:pt modelId="{B7930F16-1D18-419F-9486-852A78F8B58A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tos"/>
              <a:ea typeface="Calibri"/>
              <a:cs typeface="Arial"/>
            </a:rPr>
            <a:t>  AXI, </a:t>
          </a:r>
          <a:r>
            <a:rPr lang="en-US" dirty="0" err="1">
              <a:latin typeface="Aptos"/>
              <a:ea typeface="Calibri"/>
              <a:cs typeface="Arial"/>
            </a:rPr>
            <a:t>AHB</a:t>
          </a:r>
          <a:r>
            <a:rPr lang="en-US" dirty="0">
              <a:latin typeface="Aptos"/>
              <a:ea typeface="Calibri"/>
              <a:cs typeface="Arial"/>
            </a:rPr>
            <a:t> interface assertion debug at SOC level. </a:t>
          </a:r>
        </a:p>
      </dgm:t>
    </dgm:pt>
    <dgm:pt modelId="{29B0ECE5-DCA1-4368-B4B0-3A53CA80E257}" type="parTrans" cxnId="{D2AB3392-73AE-4E15-AF48-15E504882EBB}">
      <dgm:prSet/>
      <dgm:spPr/>
    </dgm:pt>
    <dgm:pt modelId="{3CA197E3-765A-4259-B4E8-F15F0ED4EAEB}" type="sibTrans" cxnId="{D2AB3392-73AE-4E15-AF48-15E504882EBB}">
      <dgm:prSet/>
      <dgm:spPr/>
    </dgm:pt>
    <dgm:pt modelId="{1E949FA6-0369-4992-8CFD-789C691D3C40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 dirty="0">
              <a:latin typeface="Aptos"/>
              <a:ea typeface="Calibri"/>
              <a:cs typeface="Arial"/>
            </a:rPr>
            <a:t>Functional and code coverage at Subsytem and IP level. Toggle coverage at SOC level. </a:t>
          </a:r>
        </a:p>
      </dgm:t>
    </dgm:pt>
    <dgm:pt modelId="{CD011E7F-20F5-43E7-912B-DED0B6FF0F09}" type="parTrans" cxnId="{F73E1C87-739C-4570-85B7-1F584456BBD9}">
      <dgm:prSet/>
      <dgm:spPr/>
    </dgm:pt>
    <dgm:pt modelId="{F239A10E-DD38-4B04-ACBD-66DE9EB3D880}" type="sibTrans" cxnId="{F73E1C87-739C-4570-85B7-1F584456BBD9}">
      <dgm:prSet/>
      <dgm:spPr/>
    </dgm:pt>
    <dgm:pt modelId="{6355A87A-D53E-45CE-87B0-C34E670BD8E8}" type="pres">
      <dgm:prSet presAssocID="{E3C733FD-4553-4B5B-A69C-0BC28C7D3971}" presName="root" presStyleCnt="0">
        <dgm:presLayoutVars>
          <dgm:dir/>
          <dgm:resizeHandles val="exact"/>
        </dgm:presLayoutVars>
      </dgm:prSet>
      <dgm:spPr/>
    </dgm:pt>
    <dgm:pt modelId="{8A9310F1-F4B5-4015-B577-564466148E15}" type="pres">
      <dgm:prSet presAssocID="{83BB993A-0A11-414B-BE0F-6336711DFABB}" presName="compNode" presStyleCnt="0"/>
      <dgm:spPr/>
    </dgm:pt>
    <dgm:pt modelId="{AA3175D3-E7C8-4607-BDE6-7B5D0E9C9F5A}" type="pres">
      <dgm:prSet presAssocID="{83BB993A-0A11-414B-BE0F-6336711DFABB}" presName="bgRect" presStyleLbl="bgShp" presStyleIdx="0" presStyleCnt="5"/>
      <dgm:spPr/>
    </dgm:pt>
    <dgm:pt modelId="{67C8B8F4-29FF-4007-B292-335CF22B1F61}" type="pres">
      <dgm:prSet presAssocID="{83BB993A-0A11-414B-BE0F-6336711DFAB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1F50F9C-3FCD-4761-ABC6-0A64942708FB}" type="pres">
      <dgm:prSet presAssocID="{83BB993A-0A11-414B-BE0F-6336711DFABB}" presName="spaceRect" presStyleCnt="0"/>
      <dgm:spPr/>
    </dgm:pt>
    <dgm:pt modelId="{6B47D69B-3C45-4716-8323-9CA431BB7E92}" type="pres">
      <dgm:prSet presAssocID="{83BB993A-0A11-414B-BE0F-6336711DFABB}" presName="parTx" presStyleLbl="revTx" presStyleIdx="0" presStyleCnt="5">
        <dgm:presLayoutVars>
          <dgm:chMax val="0"/>
          <dgm:chPref val="0"/>
        </dgm:presLayoutVars>
      </dgm:prSet>
      <dgm:spPr/>
    </dgm:pt>
    <dgm:pt modelId="{C2171651-1A21-4315-9DD1-29B9C1B537A6}" type="pres">
      <dgm:prSet presAssocID="{710AD86E-72F1-4242-B4C4-99702F4F7BAA}" presName="sibTrans" presStyleCnt="0"/>
      <dgm:spPr/>
    </dgm:pt>
    <dgm:pt modelId="{E5E04F8B-7874-4EE3-A826-00F55832F8B2}" type="pres">
      <dgm:prSet presAssocID="{BF727334-A0DD-45D7-A549-7D3A01F0DF37}" presName="compNode" presStyleCnt="0"/>
      <dgm:spPr/>
    </dgm:pt>
    <dgm:pt modelId="{9A68A01C-AB00-4946-B558-49A6BEF9A15B}" type="pres">
      <dgm:prSet presAssocID="{BF727334-A0DD-45D7-A549-7D3A01F0DF37}" presName="bgRect" presStyleLbl="bgShp" presStyleIdx="1" presStyleCnt="5"/>
      <dgm:spPr/>
    </dgm:pt>
    <dgm:pt modelId="{D5E6DE71-6D5B-4870-9814-52B49004F5D1}" type="pres">
      <dgm:prSet presAssocID="{BF727334-A0DD-45D7-A549-7D3A01F0DF37}" presName="iconRect" presStyleLbl="node1" presStyleIdx="1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B6E4ACD-0D97-4AC2-8319-FEA4129E904B}" type="pres">
      <dgm:prSet presAssocID="{BF727334-A0DD-45D7-A549-7D3A01F0DF37}" presName="spaceRect" presStyleCnt="0"/>
      <dgm:spPr/>
    </dgm:pt>
    <dgm:pt modelId="{83FF6A1B-433D-4E8A-B86A-2F2B307AA5B6}" type="pres">
      <dgm:prSet presAssocID="{BF727334-A0DD-45D7-A549-7D3A01F0DF37}" presName="parTx" presStyleLbl="revTx" presStyleIdx="1" presStyleCnt="5">
        <dgm:presLayoutVars>
          <dgm:chMax val="0"/>
          <dgm:chPref val="0"/>
        </dgm:presLayoutVars>
      </dgm:prSet>
      <dgm:spPr/>
    </dgm:pt>
    <dgm:pt modelId="{E6823343-5E32-4ABB-8329-136453E02DEA}" type="pres">
      <dgm:prSet presAssocID="{F126C208-E0BC-4ADE-9F83-728100B20C4A}" presName="sibTrans" presStyleCnt="0"/>
      <dgm:spPr/>
    </dgm:pt>
    <dgm:pt modelId="{6DCAE9F3-A24F-4D70-AF43-7B01997F5EA6}" type="pres">
      <dgm:prSet presAssocID="{B7930F16-1D18-419F-9486-852A78F8B58A}" presName="compNode" presStyleCnt="0"/>
      <dgm:spPr/>
    </dgm:pt>
    <dgm:pt modelId="{754F3E78-4C69-41A0-B3E9-06B3FD8D5725}" type="pres">
      <dgm:prSet presAssocID="{B7930F16-1D18-419F-9486-852A78F8B58A}" presName="bgRect" presStyleLbl="bgShp" presStyleIdx="2" presStyleCnt="5"/>
      <dgm:spPr/>
    </dgm:pt>
    <dgm:pt modelId="{2FD9041B-D336-4E00-AFA5-2D4858542E6E}" type="pres">
      <dgm:prSet presAssocID="{B7930F16-1D18-419F-9486-852A78F8B58A}" presName="iconRect" presStyleLbl="node1" presStyleIdx="2" presStyleCnt="5"/>
      <dgm:spPr/>
    </dgm:pt>
    <dgm:pt modelId="{85F5909C-C068-4C91-B770-A92F36F8FC7B}" type="pres">
      <dgm:prSet presAssocID="{B7930F16-1D18-419F-9486-852A78F8B58A}" presName="spaceRect" presStyleCnt="0"/>
      <dgm:spPr/>
    </dgm:pt>
    <dgm:pt modelId="{726FEF3F-1171-4E13-9B21-60BC3638A7DF}" type="pres">
      <dgm:prSet presAssocID="{B7930F16-1D18-419F-9486-852A78F8B58A}" presName="parTx" presStyleLbl="revTx" presStyleIdx="2" presStyleCnt="5">
        <dgm:presLayoutVars>
          <dgm:chMax val="0"/>
          <dgm:chPref val="0"/>
        </dgm:presLayoutVars>
      </dgm:prSet>
      <dgm:spPr/>
    </dgm:pt>
    <dgm:pt modelId="{F89764B8-CFDB-41C8-9343-4848F7339BE3}" type="pres">
      <dgm:prSet presAssocID="{3CA197E3-765A-4259-B4E8-F15F0ED4EAEB}" presName="sibTrans" presStyleCnt="0"/>
      <dgm:spPr/>
    </dgm:pt>
    <dgm:pt modelId="{ED9B0A9D-CAD0-44D6-8691-2C2268332FF8}" type="pres">
      <dgm:prSet presAssocID="{1E949FA6-0369-4992-8CFD-789C691D3C40}" presName="compNode" presStyleCnt="0"/>
      <dgm:spPr/>
    </dgm:pt>
    <dgm:pt modelId="{FB06BF2A-FF2B-47D4-BD50-1399C56752B8}" type="pres">
      <dgm:prSet presAssocID="{1E949FA6-0369-4992-8CFD-789C691D3C40}" presName="bgRect" presStyleLbl="bgShp" presStyleIdx="3" presStyleCnt="5"/>
      <dgm:spPr/>
    </dgm:pt>
    <dgm:pt modelId="{97B4BA04-8188-45E3-8FB4-3D6B0CF68E7D}" type="pres">
      <dgm:prSet presAssocID="{1E949FA6-0369-4992-8CFD-789C691D3C40}" presName="iconRect" presStyleLbl="node1" presStyleIdx="3" presStyleCnt="5"/>
      <dgm:spPr/>
    </dgm:pt>
    <dgm:pt modelId="{ADEA2680-042D-421C-9E2D-259BD1C6B1F5}" type="pres">
      <dgm:prSet presAssocID="{1E949FA6-0369-4992-8CFD-789C691D3C40}" presName="spaceRect" presStyleCnt="0"/>
      <dgm:spPr/>
    </dgm:pt>
    <dgm:pt modelId="{301CAEA7-F828-476B-B7CD-A7D1BBACAB62}" type="pres">
      <dgm:prSet presAssocID="{1E949FA6-0369-4992-8CFD-789C691D3C40}" presName="parTx" presStyleLbl="revTx" presStyleIdx="3" presStyleCnt="5">
        <dgm:presLayoutVars>
          <dgm:chMax val="0"/>
          <dgm:chPref val="0"/>
        </dgm:presLayoutVars>
      </dgm:prSet>
      <dgm:spPr/>
    </dgm:pt>
    <dgm:pt modelId="{2155139D-C2BE-42B9-8A31-F8344EC15741}" type="pres">
      <dgm:prSet presAssocID="{F239A10E-DD38-4B04-ACBD-66DE9EB3D880}" presName="sibTrans" presStyleCnt="0"/>
      <dgm:spPr/>
    </dgm:pt>
    <dgm:pt modelId="{281221C5-B858-43C8-B612-85C961AD8F3B}" type="pres">
      <dgm:prSet presAssocID="{0E90564D-5C95-48B0-9658-49DDF60ACCDD}" presName="compNode" presStyleCnt="0"/>
      <dgm:spPr/>
    </dgm:pt>
    <dgm:pt modelId="{062B7077-DFF4-4E83-9513-33A84E682503}" type="pres">
      <dgm:prSet presAssocID="{0E90564D-5C95-48B0-9658-49DDF60ACCDD}" presName="bgRect" presStyleLbl="bgShp" presStyleIdx="4" presStyleCnt="5"/>
      <dgm:spPr/>
    </dgm:pt>
    <dgm:pt modelId="{85DA1500-9517-40A0-B251-7214C4015404}" type="pres">
      <dgm:prSet presAssocID="{0E90564D-5C95-48B0-9658-49DDF60ACCDD}" presName="iconRect" presStyleLbl="node1" presStyleIdx="4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31C956AD-EBCA-48DD-B3D3-65F05D9F9FE9}" type="pres">
      <dgm:prSet presAssocID="{0E90564D-5C95-48B0-9658-49DDF60ACCDD}" presName="spaceRect" presStyleCnt="0"/>
      <dgm:spPr/>
    </dgm:pt>
    <dgm:pt modelId="{C120B6C6-D895-4165-9969-F8A53D440206}" type="pres">
      <dgm:prSet presAssocID="{0E90564D-5C95-48B0-9658-49DDF60ACCD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6E5861C-162B-4C1E-B14A-D21888FD543A}" srcId="{E3C733FD-4553-4B5B-A69C-0BC28C7D3971}" destId="{0E90564D-5C95-48B0-9658-49DDF60ACCDD}" srcOrd="4" destOrd="0" parTransId="{5B38A58C-1569-4171-A3BE-C0ECB2C64863}" sibTransId="{BED916DB-2E26-4813-849C-68BD338AF2AB}"/>
    <dgm:cxn modelId="{068E0C27-C4B2-413E-A750-BD8D9B22706C}" srcId="{E3C733FD-4553-4B5B-A69C-0BC28C7D3971}" destId="{83BB993A-0A11-414B-BE0F-6336711DFABB}" srcOrd="0" destOrd="0" parTransId="{D8AC68A6-BBA3-4C10-8554-0658B641DCA1}" sibTransId="{710AD86E-72F1-4242-B4C4-99702F4F7BAA}"/>
    <dgm:cxn modelId="{68176232-FB1E-4A43-99A0-2B0B62B6B94A}" srcId="{E3C733FD-4553-4B5B-A69C-0BC28C7D3971}" destId="{BF727334-A0DD-45D7-A549-7D3A01F0DF37}" srcOrd="1" destOrd="0" parTransId="{438719ED-F17E-4116-91E8-03B023892264}" sibTransId="{F126C208-E0BC-4ADE-9F83-728100B20C4A}"/>
    <dgm:cxn modelId="{906B6435-F6E2-4B1A-8023-221EF35D777E}" type="presOf" srcId="{B7930F16-1D18-419F-9486-852A78F8B58A}" destId="{726FEF3F-1171-4E13-9B21-60BC3638A7DF}" srcOrd="0" destOrd="0" presId="urn:microsoft.com/office/officeart/2018/2/layout/IconVerticalSolidList"/>
    <dgm:cxn modelId="{51136981-A0F8-4340-92DF-97DFADF6956B}" type="presOf" srcId="{E3C733FD-4553-4B5B-A69C-0BC28C7D3971}" destId="{6355A87A-D53E-45CE-87B0-C34E670BD8E8}" srcOrd="0" destOrd="0" presId="urn:microsoft.com/office/officeart/2018/2/layout/IconVerticalSolidList"/>
    <dgm:cxn modelId="{F73E1C87-739C-4570-85B7-1F584456BBD9}" srcId="{E3C733FD-4553-4B5B-A69C-0BC28C7D3971}" destId="{1E949FA6-0369-4992-8CFD-789C691D3C40}" srcOrd="3" destOrd="0" parTransId="{CD011E7F-20F5-43E7-912B-DED0B6FF0F09}" sibTransId="{F239A10E-DD38-4B04-ACBD-66DE9EB3D880}"/>
    <dgm:cxn modelId="{D2AB3392-73AE-4E15-AF48-15E504882EBB}" srcId="{E3C733FD-4553-4B5B-A69C-0BC28C7D3971}" destId="{B7930F16-1D18-419F-9486-852A78F8B58A}" srcOrd="2" destOrd="0" parTransId="{29B0ECE5-DCA1-4368-B4B0-3A53CA80E257}" sibTransId="{3CA197E3-765A-4259-B4E8-F15F0ED4EAEB}"/>
    <dgm:cxn modelId="{B8D63FC5-5EA9-47C1-BF65-3B02DF1003AC}" type="presOf" srcId="{BF727334-A0DD-45D7-A549-7D3A01F0DF37}" destId="{83FF6A1B-433D-4E8A-B86A-2F2B307AA5B6}" srcOrd="0" destOrd="0" presId="urn:microsoft.com/office/officeart/2018/2/layout/IconVerticalSolidList"/>
    <dgm:cxn modelId="{B9FD08CF-E3F1-401B-BDA3-A40F67C269D4}" type="presOf" srcId="{83BB993A-0A11-414B-BE0F-6336711DFABB}" destId="{6B47D69B-3C45-4716-8323-9CA431BB7E92}" srcOrd="0" destOrd="0" presId="urn:microsoft.com/office/officeart/2018/2/layout/IconVerticalSolidList"/>
    <dgm:cxn modelId="{EE7594E3-5ACB-4E35-9EE4-3C1B2ED0AFCD}" type="presOf" srcId="{1E949FA6-0369-4992-8CFD-789C691D3C40}" destId="{301CAEA7-F828-476B-B7CD-A7D1BBACAB62}" srcOrd="0" destOrd="0" presId="urn:microsoft.com/office/officeart/2018/2/layout/IconVerticalSolidList"/>
    <dgm:cxn modelId="{F24066EC-3C09-4A64-A51D-48E187264933}" type="presOf" srcId="{0E90564D-5C95-48B0-9658-49DDF60ACCDD}" destId="{C120B6C6-D895-4165-9969-F8A53D440206}" srcOrd="0" destOrd="0" presId="urn:microsoft.com/office/officeart/2018/2/layout/IconVerticalSolidList"/>
    <dgm:cxn modelId="{A9B3DF9E-11C2-4C61-BFF7-CD9595E43A69}" type="presParOf" srcId="{6355A87A-D53E-45CE-87B0-C34E670BD8E8}" destId="{8A9310F1-F4B5-4015-B577-564466148E15}" srcOrd="0" destOrd="0" presId="urn:microsoft.com/office/officeart/2018/2/layout/IconVerticalSolidList"/>
    <dgm:cxn modelId="{198690CD-66EE-4077-91B1-C3D032719687}" type="presParOf" srcId="{8A9310F1-F4B5-4015-B577-564466148E15}" destId="{AA3175D3-E7C8-4607-BDE6-7B5D0E9C9F5A}" srcOrd="0" destOrd="0" presId="urn:microsoft.com/office/officeart/2018/2/layout/IconVerticalSolidList"/>
    <dgm:cxn modelId="{7311F2BF-3D84-4D5C-8885-780EF4B2768D}" type="presParOf" srcId="{8A9310F1-F4B5-4015-B577-564466148E15}" destId="{67C8B8F4-29FF-4007-B292-335CF22B1F61}" srcOrd="1" destOrd="0" presId="urn:microsoft.com/office/officeart/2018/2/layout/IconVerticalSolidList"/>
    <dgm:cxn modelId="{55FEEBDB-C01F-41A8-8212-CDBF0B24D83B}" type="presParOf" srcId="{8A9310F1-F4B5-4015-B577-564466148E15}" destId="{A1F50F9C-3FCD-4761-ABC6-0A64942708FB}" srcOrd="2" destOrd="0" presId="urn:microsoft.com/office/officeart/2018/2/layout/IconVerticalSolidList"/>
    <dgm:cxn modelId="{A54BB476-A9DE-4619-A167-C294A4F54234}" type="presParOf" srcId="{8A9310F1-F4B5-4015-B577-564466148E15}" destId="{6B47D69B-3C45-4716-8323-9CA431BB7E92}" srcOrd="3" destOrd="0" presId="urn:microsoft.com/office/officeart/2018/2/layout/IconVerticalSolidList"/>
    <dgm:cxn modelId="{42E1E8DF-4508-48B7-9C54-8D689264CC67}" type="presParOf" srcId="{6355A87A-D53E-45CE-87B0-C34E670BD8E8}" destId="{C2171651-1A21-4315-9DD1-29B9C1B537A6}" srcOrd="1" destOrd="0" presId="urn:microsoft.com/office/officeart/2018/2/layout/IconVerticalSolidList"/>
    <dgm:cxn modelId="{27104AA1-05CF-44FB-B7AF-A147125AB2F9}" type="presParOf" srcId="{6355A87A-D53E-45CE-87B0-C34E670BD8E8}" destId="{E5E04F8B-7874-4EE3-A826-00F55832F8B2}" srcOrd="2" destOrd="0" presId="urn:microsoft.com/office/officeart/2018/2/layout/IconVerticalSolidList"/>
    <dgm:cxn modelId="{AD1E5A32-7C70-499D-9CB2-C237C2007622}" type="presParOf" srcId="{E5E04F8B-7874-4EE3-A826-00F55832F8B2}" destId="{9A68A01C-AB00-4946-B558-49A6BEF9A15B}" srcOrd="0" destOrd="0" presId="urn:microsoft.com/office/officeart/2018/2/layout/IconVerticalSolidList"/>
    <dgm:cxn modelId="{291C09C8-6A67-4E2D-B8D1-4512F69F160F}" type="presParOf" srcId="{E5E04F8B-7874-4EE3-A826-00F55832F8B2}" destId="{D5E6DE71-6D5B-4870-9814-52B49004F5D1}" srcOrd="1" destOrd="0" presId="urn:microsoft.com/office/officeart/2018/2/layout/IconVerticalSolidList"/>
    <dgm:cxn modelId="{943FB769-6EB3-4873-A032-E256FB6E213E}" type="presParOf" srcId="{E5E04F8B-7874-4EE3-A826-00F55832F8B2}" destId="{DB6E4ACD-0D97-4AC2-8319-FEA4129E904B}" srcOrd="2" destOrd="0" presId="urn:microsoft.com/office/officeart/2018/2/layout/IconVerticalSolidList"/>
    <dgm:cxn modelId="{A065E859-F968-4EFD-A247-1D69AFC057AF}" type="presParOf" srcId="{E5E04F8B-7874-4EE3-A826-00F55832F8B2}" destId="{83FF6A1B-433D-4E8A-B86A-2F2B307AA5B6}" srcOrd="3" destOrd="0" presId="urn:microsoft.com/office/officeart/2018/2/layout/IconVerticalSolidList"/>
    <dgm:cxn modelId="{B96390A3-208C-44C7-B900-493DC1A2AF59}" type="presParOf" srcId="{6355A87A-D53E-45CE-87B0-C34E670BD8E8}" destId="{E6823343-5E32-4ABB-8329-136453E02DEA}" srcOrd="3" destOrd="0" presId="urn:microsoft.com/office/officeart/2018/2/layout/IconVerticalSolidList"/>
    <dgm:cxn modelId="{25A49960-3FEF-43C1-8EC5-9AB44701D5C1}" type="presParOf" srcId="{6355A87A-D53E-45CE-87B0-C34E670BD8E8}" destId="{6DCAE9F3-A24F-4D70-AF43-7B01997F5EA6}" srcOrd="4" destOrd="0" presId="urn:microsoft.com/office/officeart/2018/2/layout/IconVerticalSolidList"/>
    <dgm:cxn modelId="{5FC76F8E-8550-463E-9476-FD7F4C51B5C5}" type="presParOf" srcId="{6DCAE9F3-A24F-4D70-AF43-7B01997F5EA6}" destId="{754F3E78-4C69-41A0-B3E9-06B3FD8D5725}" srcOrd="0" destOrd="0" presId="urn:microsoft.com/office/officeart/2018/2/layout/IconVerticalSolidList"/>
    <dgm:cxn modelId="{D01E5FF3-72AD-4E61-807B-893590DA2FBF}" type="presParOf" srcId="{6DCAE9F3-A24F-4D70-AF43-7B01997F5EA6}" destId="{2FD9041B-D336-4E00-AFA5-2D4858542E6E}" srcOrd="1" destOrd="0" presId="urn:microsoft.com/office/officeart/2018/2/layout/IconVerticalSolidList"/>
    <dgm:cxn modelId="{8AFB88EA-D050-49EA-A2EB-8F36472096C9}" type="presParOf" srcId="{6DCAE9F3-A24F-4D70-AF43-7B01997F5EA6}" destId="{85F5909C-C068-4C91-B770-A92F36F8FC7B}" srcOrd="2" destOrd="0" presId="urn:microsoft.com/office/officeart/2018/2/layout/IconVerticalSolidList"/>
    <dgm:cxn modelId="{030336B4-207A-444D-98DD-10A76C21106C}" type="presParOf" srcId="{6DCAE9F3-A24F-4D70-AF43-7B01997F5EA6}" destId="{726FEF3F-1171-4E13-9B21-60BC3638A7DF}" srcOrd="3" destOrd="0" presId="urn:microsoft.com/office/officeart/2018/2/layout/IconVerticalSolidList"/>
    <dgm:cxn modelId="{FE512A7A-E6AE-4A05-BB2F-3D0BD6FCC2F3}" type="presParOf" srcId="{6355A87A-D53E-45CE-87B0-C34E670BD8E8}" destId="{F89764B8-CFDB-41C8-9343-4848F7339BE3}" srcOrd="5" destOrd="0" presId="urn:microsoft.com/office/officeart/2018/2/layout/IconVerticalSolidList"/>
    <dgm:cxn modelId="{5A5849FC-0719-4B2B-B05A-DCB95B5ADF45}" type="presParOf" srcId="{6355A87A-D53E-45CE-87B0-C34E670BD8E8}" destId="{ED9B0A9D-CAD0-44D6-8691-2C2268332FF8}" srcOrd="6" destOrd="0" presId="urn:microsoft.com/office/officeart/2018/2/layout/IconVerticalSolidList"/>
    <dgm:cxn modelId="{45FD26F3-602F-473C-A7ED-9B9AE4F72C15}" type="presParOf" srcId="{ED9B0A9D-CAD0-44D6-8691-2C2268332FF8}" destId="{FB06BF2A-FF2B-47D4-BD50-1399C56752B8}" srcOrd="0" destOrd="0" presId="urn:microsoft.com/office/officeart/2018/2/layout/IconVerticalSolidList"/>
    <dgm:cxn modelId="{EE37B2DA-5348-41CA-89AE-CABE8C8AADC9}" type="presParOf" srcId="{ED9B0A9D-CAD0-44D6-8691-2C2268332FF8}" destId="{97B4BA04-8188-45E3-8FB4-3D6B0CF68E7D}" srcOrd="1" destOrd="0" presId="urn:microsoft.com/office/officeart/2018/2/layout/IconVerticalSolidList"/>
    <dgm:cxn modelId="{EE88FA47-DD2C-4CCC-BE54-169C457D70A9}" type="presParOf" srcId="{ED9B0A9D-CAD0-44D6-8691-2C2268332FF8}" destId="{ADEA2680-042D-421C-9E2D-259BD1C6B1F5}" srcOrd="2" destOrd="0" presId="urn:microsoft.com/office/officeart/2018/2/layout/IconVerticalSolidList"/>
    <dgm:cxn modelId="{740A778F-0563-4C26-B8D1-F21E8E4D847A}" type="presParOf" srcId="{ED9B0A9D-CAD0-44D6-8691-2C2268332FF8}" destId="{301CAEA7-F828-476B-B7CD-A7D1BBACAB62}" srcOrd="3" destOrd="0" presId="urn:microsoft.com/office/officeart/2018/2/layout/IconVerticalSolidList"/>
    <dgm:cxn modelId="{65E8E3CA-5C71-4671-97B0-8F712C09DDF6}" type="presParOf" srcId="{6355A87A-D53E-45CE-87B0-C34E670BD8E8}" destId="{2155139D-C2BE-42B9-8A31-F8344EC15741}" srcOrd="7" destOrd="0" presId="urn:microsoft.com/office/officeart/2018/2/layout/IconVerticalSolidList"/>
    <dgm:cxn modelId="{E46FD0DA-2752-4A5E-B018-497E01B6B41C}" type="presParOf" srcId="{6355A87A-D53E-45CE-87B0-C34E670BD8E8}" destId="{281221C5-B858-43C8-B612-85C961AD8F3B}" srcOrd="8" destOrd="0" presId="urn:microsoft.com/office/officeart/2018/2/layout/IconVerticalSolidList"/>
    <dgm:cxn modelId="{5CB3948E-AFC6-4C1E-A3ED-9CA925337EC4}" type="presParOf" srcId="{281221C5-B858-43C8-B612-85C961AD8F3B}" destId="{062B7077-DFF4-4E83-9513-33A84E682503}" srcOrd="0" destOrd="0" presId="urn:microsoft.com/office/officeart/2018/2/layout/IconVerticalSolidList"/>
    <dgm:cxn modelId="{88F174FD-3F3E-4A8E-ADFF-183CA4CEE592}" type="presParOf" srcId="{281221C5-B858-43C8-B612-85C961AD8F3B}" destId="{85DA1500-9517-40A0-B251-7214C4015404}" srcOrd="1" destOrd="0" presId="urn:microsoft.com/office/officeart/2018/2/layout/IconVerticalSolidList"/>
    <dgm:cxn modelId="{735433C5-63E3-4E93-9AB1-4B4D31A32FC9}" type="presParOf" srcId="{281221C5-B858-43C8-B612-85C961AD8F3B}" destId="{31C956AD-EBCA-48DD-B3D3-65F05D9F9FE9}" srcOrd="2" destOrd="0" presId="urn:microsoft.com/office/officeart/2018/2/layout/IconVerticalSolidList"/>
    <dgm:cxn modelId="{D522CB30-8268-43E0-9AC3-F910B52F5E11}" type="presParOf" srcId="{281221C5-B858-43C8-B612-85C961AD8F3B}" destId="{C120B6C6-D895-4165-9969-F8A53D44020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3C733FD-4553-4B5B-A69C-0BC28C7D397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FAE8A6D-46D9-42C7-B14C-7CEA4866E5B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1100" dirty="0">
              <a:latin typeface="Calibri"/>
              <a:ea typeface="Calibri"/>
              <a:cs typeface="Calibri"/>
            </a:rPr>
            <a:t>Development of UVM test, functional coverage for interoperability between PCIe Core and AXI bridge application layer.  </a:t>
          </a:r>
        </a:p>
      </dgm:t>
    </dgm:pt>
    <dgm:pt modelId="{EFF3DEC6-6DAC-448D-9457-8CF4CA818883}" type="parTrans" cxnId="{AAC71A68-DEA1-423C-BF08-D5AE28055CB8}">
      <dgm:prSet/>
      <dgm:spPr/>
    </dgm:pt>
    <dgm:pt modelId="{F12ABED5-7A05-4C7B-BFF4-85EDD9BFC1C5}" type="sibTrans" cxnId="{AAC71A68-DEA1-423C-BF08-D5AE28055CB8}">
      <dgm:prSet/>
      <dgm:spPr/>
    </dgm:pt>
    <dgm:pt modelId="{7664575D-A911-4D63-A1FF-6B3E50BE2B77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1100" dirty="0">
              <a:latin typeface="Calibri"/>
              <a:ea typeface="Calibri"/>
              <a:cs typeface="Calibri"/>
            </a:rPr>
            <a:t>Specific tests and assertions to confirm functional correctness of pending/halt signals.</a:t>
          </a:r>
        </a:p>
      </dgm:t>
    </dgm:pt>
    <dgm:pt modelId="{0989C919-B168-4F3F-8225-88EF07A808D0}" type="parTrans" cxnId="{8859ABAB-8DBA-48B4-8C1E-A09ED95AEF27}">
      <dgm:prSet/>
      <dgm:spPr/>
    </dgm:pt>
    <dgm:pt modelId="{13392530-EF95-4FFC-945A-BC1706093A7C}" type="sibTrans" cxnId="{8859ABAB-8DBA-48B4-8C1E-A09ED95AEF27}">
      <dgm:prSet/>
      <dgm:spPr/>
    </dgm:pt>
    <dgm:pt modelId="{36B5C5CA-8DD4-4760-9CFC-F975EFFEC02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1100" dirty="0">
              <a:latin typeface="Calibri"/>
              <a:ea typeface="Calibri"/>
              <a:cs typeface="Calibri"/>
            </a:rPr>
            <a:t>Functional coverage class implementation to ping various transactions at the PCIe core as well as at AXI bridge. </a:t>
          </a:r>
        </a:p>
      </dgm:t>
    </dgm:pt>
    <dgm:pt modelId="{D9170AE3-4F62-4797-8D38-CD49A0D7BAEC}" type="parTrans" cxnId="{64E31BCF-8F0E-4AA7-8D1C-0881F7B98E62}">
      <dgm:prSet/>
      <dgm:spPr/>
    </dgm:pt>
    <dgm:pt modelId="{34DFED11-4DB0-4899-BF53-2211E585E4EF}" type="sibTrans" cxnId="{64E31BCF-8F0E-4AA7-8D1C-0881F7B98E62}">
      <dgm:prSet/>
      <dgm:spPr/>
    </dgm:pt>
    <dgm:pt modelId="{D80D9E7E-71FD-4B07-B9D9-9CB628EA9D0B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1100" dirty="0">
              <a:latin typeface="Calibri"/>
              <a:ea typeface="Calibri"/>
              <a:cs typeface="Calibri"/>
            </a:rPr>
            <a:t>Testbench modifications for new features and test randomization.</a:t>
          </a:r>
          <a:endParaRPr lang="en-US" dirty="0"/>
        </a:p>
      </dgm:t>
    </dgm:pt>
    <dgm:pt modelId="{05A6A502-8193-4F8C-AA26-28450D7868C6}" type="parTrans" cxnId="{58C255D9-FC7A-4874-9BF4-D5359B170CF2}">
      <dgm:prSet/>
      <dgm:spPr/>
    </dgm:pt>
    <dgm:pt modelId="{2C403315-34BA-47CF-9E45-226A7FADD6C3}" type="sibTrans" cxnId="{58C255D9-FC7A-4874-9BF4-D5359B170CF2}">
      <dgm:prSet/>
      <dgm:spPr/>
    </dgm:pt>
    <dgm:pt modelId="{6355A87A-D53E-45CE-87B0-C34E670BD8E8}" type="pres">
      <dgm:prSet presAssocID="{E3C733FD-4553-4B5B-A69C-0BC28C7D3971}" presName="root" presStyleCnt="0">
        <dgm:presLayoutVars>
          <dgm:dir/>
          <dgm:resizeHandles val="exact"/>
        </dgm:presLayoutVars>
      </dgm:prSet>
      <dgm:spPr/>
    </dgm:pt>
    <dgm:pt modelId="{056AA718-7142-4DF7-B945-1CC8F07E9558}" type="pres">
      <dgm:prSet presAssocID="{1FAE8A6D-46D9-42C7-B14C-7CEA4866E5B4}" presName="compNode" presStyleCnt="0"/>
      <dgm:spPr/>
    </dgm:pt>
    <dgm:pt modelId="{7C46683A-ADFD-49C1-B46E-80D226412007}" type="pres">
      <dgm:prSet presAssocID="{1FAE8A6D-46D9-42C7-B14C-7CEA4866E5B4}" presName="bgRect" presStyleLbl="bgShp" presStyleIdx="0" presStyleCnt="4"/>
      <dgm:spPr/>
    </dgm:pt>
    <dgm:pt modelId="{FF69DC5C-D998-487B-B64B-90943BC9EB15}" type="pres">
      <dgm:prSet presAssocID="{1FAE8A6D-46D9-42C7-B14C-7CEA4866E5B4}" presName="iconRect" presStyleLbl="node1" presStyleIdx="0" presStyleCnt="4"/>
      <dgm:spPr/>
    </dgm:pt>
    <dgm:pt modelId="{4B318D16-52EF-4E74-BF5A-53A7093CDAE6}" type="pres">
      <dgm:prSet presAssocID="{1FAE8A6D-46D9-42C7-B14C-7CEA4866E5B4}" presName="spaceRect" presStyleCnt="0"/>
      <dgm:spPr/>
    </dgm:pt>
    <dgm:pt modelId="{04561EA4-947F-420F-99C3-047047DA04CD}" type="pres">
      <dgm:prSet presAssocID="{1FAE8A6D-46D9-42C7-B14C-7CEA4866E5B4}" presName="parTx" presStyleLbl="revTx" presStyleIdx="0" presStyleCnt="4">
        <dgm:presLayoutVars>
          <dgm:chMax val="0"/>
          <dgm:chPref val="0"/>
        </dgm:presLayoutVars>
      </dgm:prSet>
      <dgm:spPr/>
    </dgm:pt>
    <dgm:pt modelId="{A60B8E90-A5DC-42B2-ADE8-416C471BE0D6}" type="pres">
      <dgm:prSet presAssocID="{F12ABED5-7A05-4C7B-BFF4-85EDD9BFC1C5}" presName="sibTrans" presStyleCnt="0"/>
      <dgm:spPr/>
    </dgm:pt>
    <dgm:pt modelId="{156C7219-C4AA-4081-9C67-E62F42C30B9C}" type="pres">
      <dgm:prSet presAssocID="{7664575D-A911-4D63-A1FF-6B3E50BE2B77}" presName="compNode" presStyleCnt="0"/>
      <dgm:spPr/>
    </dgm:pt>
    <dgm:pt modelId="{45768566-6606-4924-9734-64703491A83E}" type="pres">
      <dgm:prSet presAssocID="{7664575D-A911-4D63-A1FF-6B3E50BE2B77}" presName="bgRect" presStyleLbl="bgShp" presStyleIdx="1" presStyleCnt="4"/>
      <dgm:spPr/>
    </dgm:pt>
    <dgm:pt modelId="{A105ED4A-CAAA-4D79-A968-7E923BA37DA2}" type="pres">
      <dgm:prSet presAssocID="{7664575D-A911-4D63-A1FF-6B3E50BE2B77}" presName="iconRect" presStyleLbl="node1" presStyleIdx="1" presStyleCnt="4"/>
      <dgm:spPr/>
    </dgm:pt>
    <dgm:pt modelId="{4C4B0660-FE56-438C-AFD0-A72DCAE6CF54}" type="pres">
      <dgm:prSet presAssocID="{7664575D-A911-4D63-A1FF-6B3E50BE2B77}" presName="spaceRect" presStyleCnt="0"/>
      <dgm:spPr/>
    </dgm:pt>
    <dgm:pt modelId="{9807F918-6DD8-4CCD-96F4-22F1374D050D}" type="pres">
      <dgm:prSet presAssocID="{7664575D-A911-4D63-A1FF-6B3E50BE2B77}" presName="parTx" presStyleLbl="revTx" presStyleIdx="1" presStyleCnt="4">
        <dgm:presLayoutVars>
          <dgm:chMax val="0"/>
          <dgm:chPref val="0"/>
        </dgm:presLayoutVars>
      </dgm:prSet>
      <dgm:spPr/>
    </dgm:pt>
    <dgm:pt modelId="{51E06DAD-7D64-4CB1-8779-39226393A7E6}" type="pres">
      <dgm:prSet presAssocID="{13392530-EF95-4FFC-945A-BC1706093A7C}" presName="sibTrans" presStyleCnt="0"/>
      <dgm:spPr/>
    </dgm:pt>
    <dgm:pt modelId="{1DF686F2-C00B-410D-9859-DFC706AD47D5}" type="pres">
      <dgm:prSet presAssocID="{36B5C5CA-8DD4-4760-9CFC-F975EFFEC026}" presName="compNode" presStyleCnt="0"/>
      <dgm:spPr/>
    </dgm:pt>
    <dgm:pt modelId="{2D6A342B-45A2-47B2-97D2-0A5522AD6D18}" type="pres">
      <dgm:prSet presAssocID="{36B5C5CA-8DD4-4760-9CFC-F975EFFEC026}" presName="bgRect" presStyleLbl="bgShp" presStyleIdx="2" presStyleCnt="4"/>
      <dgm:spPr/>
    </dgm:pt>
    <dgm:pt modelId="{5D9650BB-BED0-418C-AC47-096E04055867}" type="pres">
      <dgm:prSet presAssocID="{36B5C5CA-8DD4-4760-9CFC-F975EFFEC026}" presName="iconRect" presStyleLbl="node1" presStyleIdx="2" presStyleCnt="4"/>
      <dgm:spPr/>
    </dgm:pt>
    <dgm:pt modelId="{9AE1114F-DBBF-49A1-80B5-5AFC9851E029}" type="pres">
      <dgm:prSet presAssocID="{36B5C5CA-8DD4-4760-9CFC-F975EFFEC026}" presName="spaceRect" presStyleCnt="0"/>
      <dgm:spPr/>
    </dgm:pt>
    <dgm:pt modelId="{5FC5A2D6-D601-48B9-A791-6928FEE26517}" type="pres">
      <dgm:prSet presAssocID="{36B5C5CA-8DD4-4760-9CFC-F975EFFEC026}" presName="parTx" presStyleLbl="revTx" presStyleIdx="2" presStyleCnt="4">
        <dgm:presLayoutVars>
          <dgm:chMax val="0"/>
          <dgm:chPref val="0"/>
        </dgm:presLayoutVars>
      </dgm:prSet>
      <dgm:spPr/>
    </dgm:pt>
    <dgm:pt modelId="{1629DADF-D755-42DE-AA72-D54FC292B003}" type="pres">
      <dgm:prSet presAssocID="{34DFED11-4DB0-4899-BF53-2211E585E4EF}" presName="sibTrans" presStyleCnt="0"/>
      <dgm:spPr/>
    </dgm:pt>
    <dgm:pt modelId="{366F7A0E-179D-4AA8-9730-1D9A25EB2ECD}" type="pres">
      <dgm:prSet presAssocID="{D80D9E7E-71FD-4B07-B9D9-9CB628EA9D0B}" presName="compNode" presStyleCnt="0"/>
      <dgm:spPr/>
    </dgm:pt>
    <dgm:pt modelId="{3A32CEDC-A39D-45AA-B555-6516D15B9B91}" type="pres">
      <dgm:prSet presAssocID="{D80D9E7E-71FD-4B07-B9D9-9CB628EA9D0B}" presName="bgRect" presStyleLbl="bgShp" presStyleIdx="3" presStyleCnt="4"/>
      <dgm:spPr/>
    </dgm:pt>
    <dgm:pt modelId="{BF64390E-0B8C-48EB-82AF-8B653CB533AE}" type="pres">
      <dgm:prSet presAssocID="{D80D9E7E-71FD-4B07-B9D9-9CB628EA9D0B}" presName="iconRect" presStyleLbl="node1" presStyleIdx="3" presStyleCnt="4"/>
      <dgm:spPr/>
    </dgm:pt>
    <dgm:pt modelId="{E9BDB033-3DD8-4035-87E6-255D2459EEB5}" type="pres">
      <dgm:prSet presAssocID="{D80D9E7E-71FD-4B07-B9D9-9CB628EA9D0B}" presName="spaceRect" presStyleCnt="0"/>
      <dgm:spPr/>
    </dgm:pt>
    <dgm:pt modelId="{5B3684D0-5348-4FEB-83C4-C1C7A00BDE84}" type="pres">
      <dgm:prSet presAssocID="{D80D9E7E-71FD-4B07-B9D9-9CB628EA9D0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AC71A68-DEA1-423C-BF08-D5AE28055CB8}" srcId="{E3C733FD-4553-4B5B-A69C-0BC28C7D3971}" destId="{1FAE8A6D-46D9-42C7-B14C-7CEA4866E5B4}" srcOrd="0" destOrd="0" parTransId="{EFF3DEC6-6DAC-448D-9457-8CF4CA818883}" sibTransId="{F12ABED5-7A05-4C7B-BFF4-85EDD9BFC1C5}"/>
    <dgm:cxn modelId="{E6FBCA74-253C-4B39-8F92-95490FB2EB2A}" type="presOf" srcId="{D80D9E7E-71FD-4B07-B9D9-9CB628EA9D0B}" destId="{5B3684D0-5348-4FEB-83C4-C1C7A00BDE84}" srcOrd="0" destOrd="0" presId="urn:microsoft.com/office/officeart/2018/2/layout/IconVerticalSolidList"/>
    <dgm:cxn modelId="{51136981-A0F8-4340-92DF-97DFADF6956B}" type="presOf" srcId="{E3C733FD-4553-4B5B-A69C-0BC28C7D3971}" destId="{6355A87A-D53E-45CE-87B0-C34E670BD8E8}" srcOrd="0" destOrd="0" presId="urn:microsoft.com/office/officeart/2018/2/layout/IconVerticalSolidList"/>
    <dgm:cxn modelId="{BC4BB9A3-CF24-445E-9F23-CBE588807BDA}" type="presOf" srcId="{36B5C5CA-8DD4-4760-9CFC-F975EFFEC026}" destId="{5FC5A2D6-D601-48B9-A791-6928FEE26517}" srcOrd="0" destOrd="0" presId="urn:microsoft.com/office/officeart/2018/2/layout/IconVerticalSolidList"/>
    <dgm:cxn modelId="{8859ABAB-8DBA-48B4-8C1E-A09ED95AEF27}" srcId="{E3C733FD-4553-4B5B-A69C-0BC28C7D3971}" destId="{7664575D-A911-4D63-A1FF-6B3E50BE2B77}" srcOrd="1" destOrd="0" parTransId="{0989C919-B168-4F3F-8225-88EF07A808D0}" sibTransId="{13392530-EF95-4FFC-945A-BC1706093A7C}"/>
    <dgm:cxn modelId="{28708CC6-115A-439E-8F36-4417211F810E}" type="presOf" srcId="{1FAE8A6D-46D9-42C7-B14C-7CEA4866E5B4}" destId="{04561EA4-947F-420F-99C3-047047DA04CD}" srcOrd="0" destOrd="0" presId="urn:microsoft.com/office/officeart/2018/2/layout/IconVerticalSolidList"/>
    <dgm:cxn modelId="{05B79CC6-CA24-4A2B-9FA5-5FB20834ABB6}" type="presOf" srcId="{7664575D-A911-4D63-A1FF-6B3E50BE2B77}" destId="{9807F918-6DD8-4CCD-96F4-22F1374D050D}" srcOrd="0" destOrd="0" presId="urn:microsoft.com/office/officeart/2018/2/layout/IconVerticalSolidList"/>
    <dgm:cxn modelId="{64E31BCF-8F0E-4AA7-8D1C-0881F7B98E62}" srcId="{E3C733FD-4553-4B5B-A69C-0BC28C7D3971}" destId="{36B5C5CA-8DD4-4760-9CFC-F975EFFEC026}" srcOrd="2" destOrd="0" parTransId="{D9170AE3-4F62-4797-8D38-CD49A0D7BAEC}" sibTransId="{34DFED11-4DB0-4899-BF53-2211E585E4EF}"/>
    <dgm:cxn modelId="{58C255D9-FC7A-4874-9BF4-D5359B170CF2}" srcId="{E3C733FD-4553-4B5B-A69C-0BC28C7D3971}" destId="{D80D9E7E-71FD-4B07-B9D9-9CB628EA9D0B}" srcOrd="3" destOrd="0" parTransId="{05A6A502-8193-4F8C-AA26-28450D7868C6}" sibTransId="{2C403315-34BA-47CF-9E45-226A7FADD6C3}"/>
    <dgm:cxn modelId="{DA0E433C-02CD-4559-B94D-91A47F3BB565}" type="presParOf" srcId="{6355A87A-D53E-45CE-87B0-C34E670BD8E8}" destId="{056AA718-7142-4DF7-B945-1CC8F07E9558}" srcOrd="0" destOrd="0" presId="urn:microsoft.com/office/officeart/2018/2/layout/IconVerticalSolidList"/>
    <dgm:cxn modelId="{803CA213-5F85-4DD1-8BE4-FB7A3C8CF99E}" type="presParOf" srcId="{056AA718-7142-4DF7-B945-1CC8F07E9558}" destId="{7C46683A-ADFD-49C1-B46E-80D226412007}" srcOrd="0" destOrd="0" presId="urn:microsoft.com/office/officeart/2018/2/layout/IconVerticalSolidList"/>
    <dgm:cxn modelId="{8933C691-4E82-4B5F-9FAF-C00EF8C4A15A}" type="presParOf" srcId="{056AA718-7142-4DF7-B945-1CC8F07E9558}" destId="{FF69DC5C-D998-487B-B64B-90943BC9EB15}" srcOrd="1" destOrd="0" presId="urn:microsoft.com/office/officeart/2018/2/layout/IconVerticalSolidList"/>
    <dgm:cxn modelId="{9370389A-E347-44D8-B61E-BEE739E4E380}" type="presParOf" srcId="{056AA718-7142-4DF7-B945-1CC8F07E9558}" destId="{4B318D16-52EF-4E74-BF5A-53A7093CDAE6}" srcOrd="2" destOrd="0" presId="urn:microsoft.com/office/officeart/2018/2/layout/IconVerticalSolidList"/>
    <dgm:cxn modelId="{A8993F90-AF0C-42D7-90FA-F0260DFF710B}" type="presParOf" srcId="{056AA718-7142-4DF7-B945-1CC8F07E9558}" destId="{04561EA4-947F-420F-99C3-047047DA04CD}" srcOrd="3" destOrd="0" presId="urn:microsoft.com/office/officeart/2018/2/layout/IconVerticalSolidList"/>
    <dgm:cxn modelId="{C2261B31-6EFF-4EE8-9E2A-05070A7AC059}" type="presParOf" srcId="{6355A87A-D53E-45CE-87B0-C34E670BD8E8}" destId="{A60B8E90-A5DC-42B2-ADE8-416C471BE0D6}" srcOrd="1" destOrd="0" presId="urn:microsoft.com/office/officeart/2018/2/layout/IconVerticalSolidList"/>
    <dgm:cxn modelId="{ED664B0B-330F-4593-81C9-C40265AF3BE0}" type="presParOf" srcId="{6355A87A-D53E-45CE-87B0-C34E670BD8E8}" destId="{156C7219-C4AA-4081-9C67-E62F42C30B9C}" srcOrd="2" destOrd="0" presId="urn:microsoft.com/office/officeart/2018/2/layout/IconVerticalSolidList"/>
    <dgm:cxn modelId="{7F864EBC-AC9D-446A-9903-6868B9574B1F}" type="presParOf" srcId="{156C7219-C4AA-4081-9C67-E62F42C30B9C}" destId="{45768566-6606-4924-9734-64703491A83E}" srcOrd="0" destOrd="0" presId="urn:microsoft.com/office/officeart/2018/2/layout/IconVerticalSolidList"/>
    <dgm:cxn modelId="{C46ABFFA-FA0B-48C1-B269-5881FB7043BD}" type="presParOf" srcId="{156C7219-C4AA-4081-9C67-E62F42C30B9C}" destId="{A105ED4A-CAAA-4D79-A968-7E923BA37DA2}" srcOrd="1" destOrd="0" presId="urn:microsoft.com/office/officeart/2018/2/layout/IconVerticalSolidList"/>
    <dgm:cxn modelId="{88518FDC-48EE-44FF-8A99-960576555AF4}" type="presParOf" srcId="{156C7219-C4AA-4081-9C67-E62F42C30B9C}" destId="{4C4B0660-FE56-438C-AFD0-A72DCAE6CF54}" srcOrd="2" destOrd="0" presId="urn:microsoft.com/office/officeart/2018/2/layout/IconVerticalSolidList"/>
    <dgm:cxn modelId="{4B00C620-7F40-4F2A-91D4-19E8D2CFA717}" type="presParOf" srcId="{156C7219-C4AA-4081-9C67-E62F42C30B9C}" destId="{9807F918-6DD8-4CCD-96F4-22F1374D050D}" srcOrd="3" destOrd="0" presId="urn:microsoft.com/office/officeart/2018/2/layout/IconVerticalSolidList"/>
    <dgm:cxn modelId="{C000D9B8-21A3-459F-97CC-8F0E4B5E106E}" type="presParOf" srcId="{6355A87A-D53E-45CE-87B0-C34E670BD8E8}" destId="{51E06DAD-7D64-4CB1-8779-39226393A7E6}" srcOrd="3" destOrd="0" presId="urn:microsoft.com/office/officeart/2018/2/layout/IconVerticalSolidList"/>
    <dgm:cxn modelId="{8226B04E-A58F-4783-B148-214403A067AF}" type="presParOf" srcId="{6355A87A-D53E-45CE-87B0-C34E670BD8E8}" destId="{1DF686F2-C00B-410D-9859-DFC706AD47D5}" srcOrd="4" destOrd="0" presId="urn:microsoft.com/office/officeart/2018/2/layout/IconVerticalSolidList"/>
    <dgm:cxn modelId="{0AF72757-B75B-4241-9843-56173235682E}" type="presParOf" srcId="{1DF686F2-C00B-410D-9859-DFC706AD47D5}" destId="{2D6A342B-45A2-47B2-97D2-0A5522AD6D18}" srcOrd="0" destOrd="0" presId="urn:microsoft.com/office/officeart/2018/2/layout/IconVerticalSolidList"/>
    <dgm:cxn modelId="{6C5149CF-5D4C-4591-993B-AA0F5427918C}" type="presParOf" srcId="{1DF686F2-C00B-410D-9859-DFC706AD47D5}" destId="{5D9650BB-BED0-418C-AC47-096E04055867}" srcOrd="1" destOrd="0" presId="urn:microsoft.com/office/officeart/2018/2/layout/IconVerticalSolidList"/>
    <dgm:cxn modelId="{670AF620-79A7-4030-B6CD-F88970B78B70}" type="presParOf" srcId="{1DF686F2-C00B-410D-9859-DFC706AD47D5}" destId="{9AE1114F-DBBF-49A1-80B5-5AFC9851E029}" srcOrd="2" destOrd="0" presId="urn:microsoft.com/office/officeart/2018/2/layout/IconVerticalSolidList"/>
    <dgm:cxn modelId="{FE246F36-BB97-4220-AD9F-627F051CBDFA}" type="presParOf" srcId="{1DF686F2-C00B-410D-9859-DFC706AD47D5}" destId="{5FC5A2D6-D601-48B9-A791-6928FEE26517}" srcOrd="3" destOrd="0" presId="urn:microsoft.com/office/officeart/2018/2/layout/IconVerticalSolidList"/>
    <dgm:cxn modelId="{000B5A7D-6489-4BC5-B23E-AF615368AD97}" type="presParOf" srcId="{6355A87A-D53E-45CE-87B0-C34E670BD8E8}" destId="{1629DADF-D755-42DE-AA72-D54FC292B003}" srcOrd="5" destOrd="0" presId="urn:microsoft.com/office/officeart/2018/2/layout/IconVerticalSolidList"/>
    <dgm:cxn modelId="{21727EB1-EB93-45B0-9E85-EB292EE9EE89}" type="presParOf" srcId="{6355A87A-D53E-45CE-87B0-C34E670BD8E8}" destId="{366F7A0E-179D-4AA8-9730-1D9A25EB2ECD}" srcOrd="6" destOrd="0" presId="urn:microsoft.com/office/officeart/2018/2/layout/IconVerticalSolidList"/>
    <dgm:cxn modelId="{4D7F2D95-E6A6-4180-AF87-C9389E38833A}" type="presParOf" srcId="{366F7A0E-179D-4AA8-9730-1D9A25EB2ECD}" destId="{3A32CEDC-A39D-45AA-B555-6516D15B9B91}" srcOrd="0" destOrd="0" presId="urn:microsoft.com/office/officeart/2018/2/layout/IconVerticalSolidList"/>
    <dgm:cxn modelId="{9C6BD4E9-A14C-4273-A418-26E5F43AD86D}" type="presParOf" srcId="{366F7A0E-179D-4AA8-9730-1D9A25EB2ECD}" destId="{BF64390E-0B8C-48EB-82AF-8B653CB533AE}" srcOrd="1" destOrd="0" presId="urn:microsoft.com/office/officeart/2018/2/layout/IconVerticalSolidList"/>
    <dgm:cxn modelId="{0395015B-ECB8-4892-9C61-096D2E4BD0D5}" type="presParOf" srcId="{366F7A0E-179D-4AA8-9730-1D9A25EB2ECD}" destId="{E9BDB033-3DD8-4035-87E6-255D2459EEB5}" srcOrd="2" destOrd="0" presId="urn:microsoft.com/office/officeart/2018/2/layout/IconVerticalSolidList"/>
    <dgm:cxn modelId="{746F462F-FE85-433C-8617-3D0A09ED65A4}" type="presParOf" srcId="{366F7A0E-179D-4AA8-9730-1D9A25EB2ECD}" destId="{5B3684D0-5348-4FEB-83C4-C1C7A00BDE8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AE8FF0F-2455-4CE6-ABE0-9C0DAF91588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7B193DB-AAC1-4CA6-9835-541EE75B6308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>
              <a:solidFill>
                <a:srgbClr val="000000"/>
              </a:solidFill>
              <a:latin typeface="Calibri"/>
              <a:ea typeface="Calibri"/>
              <a:cs typeface="Calibri"/>
            </a:rPr>
            <a:t> </a:t>
          </a:r>
          <a:r>
            <a:rPr lang="en-US" b="1" dirty="0"/>
            <a:t>Responsibility:</a:t>
          </a:r>
          <a:r>
            <a:rPr lang="en-US" dirty="0"/>
            <a:t> Ownership of </a:t>
          </a:r>
          <a:r>
            <a:rPr lang="en-US" dirty="0">
              <a:latin typeface="Grandview Display"/>
            </a:rPr>
            <a:t>RISC-V </a:t>
          </a:r>
          <a:r>
            <a:rPr lang="en-US" dirty="0" err="1">
              <a:latin typeface="Grandview Display"/>
            </a:rPr>
            <a:t>32E</a:t>
          </a:r>
          <a:r>
            <a:rPr lang="en-US" dirty="0">
              <a:latin typeface="Grandview Display"/>
            </a:rPr>
            <a:t> IP verification. </a:t>
          </a:r>
          <a:endParaRPr lang="en-US" dirty="0"/>
        </a:p>
      </dgm:t>
    </dgm:pt>
    <dgm:pt modelId="{E0FCD7BD-CA91-4BDC-95B2-142490394C12}" type="parTrans" cxnId="{B272B542-D467-4C86-ACDC-278E31ECF6F7}">
      <dgm:prSet/>
      <dgm:spPr/>
      <dgm:t>
        <a:bodyPr/>
        <a:lstStyle/>
        <a:p>
          <a:endParaRPr lang="en-US"/>
        </a:p>
      </dgm:t>
    </dgm:pt>
    <dgm:pt modelId="{B32F6CF1-B447-4B2D-8987-F0D912382302}" type="sibTrans" cxnId="{B272B542-D467-4C86-ACDC-278E31ECF6F7}">
      <dgm:prSet/>
      <dgm:spPr/>
      <dgm:t>
        <a:bodyPr/>
        <a:lstStyle/>
        <a:p>
          <a:endParaRPr lang="en-US"/>
        </a:p>
      </dgm:t>
    </dgm:pt>
    <dgm:pt modelId="{C0CF7A4E-DB48-4C60-ADE0-0E821D9429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000000"/>
              </a:solidFill>
              <a:latin typeface="Calibri"/>
              <a:ea typeface="Calibri"/>
              <a:cs typeface="Calibri"/>
            </a:rPr>
            <a:t> RV32E supports all instructions as of RV32I only with GPR X0 to X15.  prioritization and categrization of DUT features, testbench development with high degree of reusability across IPs. </a:t>
          </a:r>
          <a:endParaRPr lang="en-US" dirty="0">
            <a:latin typeface="Calibri"/>
            <a:ea typeface="Calibri"/>
            <a:cs typeface="Calibri"/>
          </a:endParaRPr>
        </a:p>
      </dgm:t>
    </dgm:pt>
    <dgm:pt modelId="{E7F6E410-5597-478A-89B4-1D54956BDE3D}" type="parTrans" cxnId="{C362BE24-2A08-405D-95D4-FB2BABFD7AD5}">
      <dgm:prSet/>
      <dgm:spPr/>
      <dgm:t>
        <a:bodyPr/>
        <a:lstStyle/>
        <a:p>
          <a:endParaRPr lang="en-US"/>
        </a:p>
      </dgm:t>
    </dgm:pt>
    <dgm:pt modelId="{7F87E675-862F-40D8-A126-50D4EF8C7589}" type="sibTrans" cxnId="{C362BE24-2A08-405D-95D4-FB2BABFD7AD5}">
      <dgm:prSet/>
      <dgm:spPr/>
      <dgm:t>
        <a:bodyPr/>
        <a:lstStyle/>
        <a:p>
          <a:endParaRPr lang="en-US"/>
        </a:p>
      </dgm:t>
    </dgm:pt>
    <dgm:pt modelId="{7125B7C1-4F59-4CCD-BB4C-0C48562623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000000"/>
              </a:solidFill>
              <a:latin typeface="Calibri"/>
              <a:ea typeface="Calibri"/>
              <a:cs typeface="Calibri"/>
            </a:rPr>
            <a:t> Debugged assembly test failure, issues for </a:t>
          </a:r>
          <a:r>
            <a:rPr lang="en-US" dirty="0" err="1">
              <a:solidFill>
                <a:srgbClr val="000000"/>
              </a:solidFill>
              <a:latin typeface="Calibri"/>
              <a:ea typeface="Calibri"/>
              <a:cs typeface="Calibri"/>
            </a:rPr>
            <a:t>RISCV</a:t>
          </a:r>
          <a:r>
            <a:rPr lang="en-US" dirty="0">
              <a:solidFill>
                <a:srgbClr val="000000"/>
              </a:solidFill>
              <a:latin typeface="Calibri"/>
              <a:ea typeface="Calibri"/>
              <a:cs typeface="Calibri"/>
            </a:rPr>
            <a:t>-IP verification. </a:t>
          </a:r>
        </a:p>
      </dgm:t>
    </dgm:pt>
    <dgm:pt modelId="{B15D39FF-036F-4BB2-BBCE-387F71D7530F}" type="parTrans" cxnId="{1D1893F4-2B0E-4EBF-9A14-7ECD7BBC2608}">
      <dgm:prSet/>
      <dgm:spPr/>
      <dgm:t>
        <a:bodyPr/>
        <a:lstStyle/>
        <a:p>
          <a:endParaRPr lang="en-US"/>
        </a:p>
      </dgm:t>
    </dgm:pt>
    <dgm:pt modelId="{803C1621-6BE5-45E8-A520-453BD8C3DD1D}" type="sibTrans" cxnId="{1D1893F4-2B0E-4EBF-9A14-7ECD7BBC2608}">
      <dgm:prSet/>
      <dgm:spPr/>
      <dgm:t>
        <a:bodyPr/>
        <a:lstStyle/>
        <a:p>
          <a:endParaRPr lang="en-US"/>
        </a:p>
      </dgm:t>
    </dgm:pt>
    <dgm:pt modelId="{52500BBF-7DB7-4A6E-9C48-FC3B741D9D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000000"/>
              </a:solidFill>
              <a:latin typeface="Calibri"/>
              <a:ea typeface="Calibri"/>
              <a:cs typeface="Calibri"/>
            </a:rPr>
            <a:t>  In-depth understanding of various RISC-V extensions such C, M, A and more. </a:t>
          </a:r>
          <a:endParaRPr lang="en-US" dirty="0">
            <a:solidFill>
              <a:srgbClr val="000000"/>
            </a:solidFill>
            <a:latin typeface="Calibri"/>
          </a:endParaRPr>
        </a:p>
      </dgm:t>
    </dgm:pt>
    <dgm:pt modelId="{F0AD1A8A-2A1D-4A63-954A-45AE201CAFFB}" type="parTrans" cxnId="{4D7816E4-90A2-484C-BDB1-245E20EC5D85}">
      <dgm:prSet/>
      <dgm:spPr/>
      <dgm:t>
        <a:bodyPr/>
        <a:lstStyle/>
        <a:p>
          <a:endParaRPr lang="en-US"/>
        </a:p>
      </dgm:t>
    </dgm:pt>
    <dgm:pt modelId="{D41FCB0C-E832-476B-B0D0-F4752BBE8171}" type="sibTrans" cxnId="{4D7816E4-90A2-484C-BDB1-245E20EC5D85}">
      <dgm:prSet/>
      <dgm:spPr/>
      <dgm:t>
        <a:bodyPr/>
        <a:lstStyle/>
        <a:p>
          <a:endParaRPr lang="en-US"/>
        </a:p>
      </dgm:t>
    </dgm:pt>
    <dgm:pt modelId="{E29B9502-8BF3-4A8C-9DA3-C6438AC90962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0070C0"/>
              </a:solidFill>
              <a:latin typeface="Aptos"/>
              <a:ea typeface="Calibri"/>
              <a:cs typeface="Calibri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https://github.com/chipsalliance/riscv-dv</a:t>
          </a:r>
          <a:r>
            <a:rPr lang="en-US" dirty="0">
              <a:solidFill>
                <a:srgbClr val="0070C0"/>
              </a:solidFill>
              <a:latin typeface="Aptos"/>
              <a:ea typeface="Calibri"/>
              <a:cs typeface="Calibri"/>
            </a:rPr>
            <a:t> .</a:t>
          </a:r>
          <a:endParaRPr lang="en-US" dirty="0">
            <a:solidFill>
              <a:srgbClr val="0070C0"/>
            </a:solidFill>
          </a:endParaRPr>
        </a:p>
      </dgm:t>
    </dgm:pt>
    <dgm:pt modelId="{B1F969CA-11D3-4F1A-809C-659A0F03658D}" type="parTrans" cxnId="{65AB7393-502F-410F-9527-1CF6318737DE}">
      <dgm:prSet/>
      <dgm:spPr/>
    </dgm:pt>
    <dgm:pt modelId="{06C639C7-38EF-4475-92D1-1B4B4985BDAA}" type="sibTrans" cxnId="{65AB7393-502F-410F-9527-1CF6318737DE}">
      <dgm:prSet/>
      <dgm:spPr/>
    </dgm:pt>
    <dgm:pt modelId="{AAC5BEDC-39E1-4D35-AD0A-C6F0A50C2FB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000000"/>
              </a:solidFill>
              <a:latin typeface="Calibri"/>
              <a:ea typeface="Calibri"/>
              <a:cs typeface="Calibri"/>
            </a:rPr>
            <a:t>Developed and modified open source RISCV-DV Chip Alliance's SV UVM random instruction generator code to support RV32E extension to verify IP. verification projects completed. </a:t>
          </a:r>
          <a:endParaRPr lang="en-US" dirty="0"/>
        </a:p>
      </dgm:t>
    </dgm:pt>
    <dgm:pt modelId="{B4C40353-9B57-451A-9D70-C9817940E0EF}" type="parTrans" cxnId="{1CBC7718-129F-4F4B-9D16-68ED699C7110}">
      <dgm:prSet/>
      <dgm:spPr/>
    </dgm:pt>
    <dgm:pt modelId="{6DEC45EF-0274-437D-97A6-61062C14C051}" type="sibTrans" cxnId="{1CBC7718-129F-4F4B-9D16-68ED699C7110}">
      <dgm:prSet/>
      <dgm:spPr/>
    </dgm:pt>
    <dgm:pt modelId="{73B45352-C406-4BFD-8F96-E88E1B7487FA}" type="pres">
      <dgm:prSet presAssocID="{6AE8FF0F-2455-4CE6-ABE0-9C0DAF91588F}" presName="root" presStyleCnt="0">
        <dgm:presLayoutVars>
          <dgm:dir/>
          <dgm:resizeHandles val="exact"/>
        </dgm:presLayoutVars>
      </dgm:prSet>
      <dgm:spPr/>
    </dgm:pt>
    <dgm:pt modelId="{8188B0EF-470B-4636-BA22-9AB36FF6A0DC}" type="pres">
      <dgm:prSet presAssocID="{B7B193DB-AAC1-4CA6-9835-541EE75B6308}" presName="compNode" presStyleCnt="0"/>
      <dgm:spPr/>
    </dgm:pt>
    <dgm:pt modelId="{BEFD97CC-DA4E-429B-B252-E1B2CC39B215}" type="pres">
      <dgm:prSet presAssocID="{B7B193DB-AAC1-4CA6-9835-541EE75B6308}" presName="bgRect" presStyleLbl="bgShp" presStyleIdx="0" presStyleCnt="6"/>
      <dgm:spPr/>
    </dgm:pt>
    <dgm:pt modelId="{03BE1AD2-A1EA-40DC-A2D4-39087507CEDB}" type="pres">
      <dgm:prSet presAssocID="{B7B193DB-AAC1-4CA6-9835-541EE75B6308}" presName="iconRect" presStyleLbl="node1" presStyleIdx="0" presStyleCnt="6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C24A3295-CC41-413E-9B6C-0C89FCE4058A}" type="pres">
      <dgm:prSet presAssocID="{B7B193DB-AAC1-4CA6-9835-541EE75B6308}" presName="spaceRect" presStyleCnt="0"/>
      <dgm:spPr/>
    </dgm:pt>
    <dgm:pt modelId="{86A2DE1D-0ADB-4AC1-A0D0-BF9C0778568B}" type="pres">
      <dgm:prSet presAssocID="{B7B193DB-AAC1-4CA6-9835-541EE75B6308}" presName="parTx" presStyleLbl="revTx" presStyleIdx="0" presStyleCnt="6">
        <dgm:presLayoutVars>
          <dgm:chMax val="0"/>
          <dgm:chPref val="0"/>
        </dgm:presLayoutVars>
      </dgm:prSet>
      <dgm:spPr/>
    </dgm:pt>
    <dgm:pt modelId="{CA51DC4D-A09A-4028-8F8A-C436B5C08914}" type="pres">
      <dgm:prSet presAssocID="{B32F6CF1-B447-4B2D-8987-F0D912382302}" presName="sibTrans" presStyleCnt="0"/>
      <dgm:spPr/>
    </dgm:pt>
    <dgm:pt modelId="{95DA9DD2-2D81-4C63-BC8A-C07EC05E407B}" type="pres">
      <dgm:prSet presAssocID="{AAC5BEDC-39E1-4D35-AD0A-C6F0A50C2FB6}" presName="compNode" presStyleCnt="0"/>
      <dgm:spPr/>
    </dgm:pt>
    <dgm:pt modelId="{680B8A2B-E06F-4BEF-8C76-1CC4727B2203}" type="pres">
      <dgm:prSet presAssocID="{AAC5BEDC-39E1-4D35-AD0A-C6F0A50C2FB6}" presName="bgRect" presStyleLbl="bgShp" presStyleIdx="1" presStyleCnt="6"/>
      <dgm:spPr/>
    </dgm:pt>
    <dgm:pt modelId="{5E00B094-9413-4045-B503-A8FBF76C4C96}" type="pres">
      <dgm:prSet presAssocID="{AAC5BEDC-39E1-4D35-AD0A-C6F0A50C2FB6}" presName="iconRect" presStyleLbl="node1" presStyleIdx="1" presStyleCnt="6"/>
      <dgm:spPr/>
    </dgm:pt>
    <dgm:pt modelId="{4F649FF1-57F4-4C63-9400-811BAE5F686F}" type="pres">
      <dgm:prSet presAssocID="{AAC5BEDC-39E1-4D35-AD0A-C6F0A50C2FB6}" presName="spaceRect" presStyleCnt="0"/>
      <dgm:spPr/>
    </dgm:pt>
    <dgm:pt modelId="{3B14AFBC-3826-4D36-B0E1-F1C7431F4687}" type="pres">
      <dgm:prSet presAssocID="{AAC5BEDC-39E1-4D35-AD0A-C6F0A50C2FB6}" presName="parTx" presStyleLbl="revTx" presStyleIdx="1" presStyleCnt="6">
        <dgm:presLayoutVars>
          <dgm:chMax val="0"/>
          <dgm:chPref val="0"/>
        </dgm:presLayoutVars>
      </dgm:prSet>
      <dgm:spPr/>
    </dgm:pt>
    <dgm:pt modelId="{DE64A838-3534-4403-AF67-8180BAB3EE7C}" type="pres">
      <dgm:prSet presAssocID="{6DEC45EF-0274-437D-97A6-61062C14C051}" presName="sibTrans" presStyleCnt="0"/>
      <dgm:spPr/>
    </dgm:pt>
    <dgm:pt modelId="{4600FF60-35CF-4751-84D1-997A29647374}" type="pres">
      <dgm:prSet presAssocID="{C0CF7A4E-DB48-4C60-ADE0-0E821D942956}" presName="compNode" presStyleCnt="0"/>
      <dgm:spPr/>
    </dgm:pt>
    <dgm:pt modelId="{A075D394-B966-40D3-B1E4-1DF972AC08F0}" type="pres">
      <dgm:prSet presAssocID="{C0CF7A4E-DB48-4C60-ADE0-0E821D942956}" presName="bgRect" presStyleLbl="bgShp" presStyleIdx="2" presStyleCnt="6"/>
      <dgm:spPr/>
    </dgm:pt>
    <dgm:pt modelId="{EC62A527-7859-4846-9B71-E96818C2D020}" type="pres">
      <dgm:prSet presAssocID="{C0CF7A4E-DB48-4C60-ADE0-0E821D942956}" presName="iconRect" presStyleLbl="node1" presStyleIdx="2" presStyleCnt="6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7D3762D-7ACD-4CDF-AA9E-DC8C07A3F615}" type="pres">
      <dgm:prSet presAssocID="{C0CF7A4E-DB48-4C60-ADE0-0E821D942956}" presName="spaceRect" presStyleCnt="0"/>
      <dgm:spPr/>
    </dgm:pt>
    <dgm:pt modelId="{1DB4BC0E-CC69-411F-9EFE-8B3EC6F49D80}" type="pres">
      <dgm:prSet presAssocID="{C0CF7A4E-DB48-4C60-ADE0-0E821D942956}" presName="parTx" presStyleLbl="revTx" presStyleIdx="2" presStyleCnt="6">
        <dgm:presLayoutVars>
          <dgm:chMax val="0"/>
          <dgm:chPref val="0"/>
        </dgm:presLayoutVars>
      </dgm:prSet>
      <dgm:spPr/>
    </dgm:pt>
    <dgm:pt modelId="{39B30415-EBBA-42FF-BEF3-96D45B847ADF}" type="pres">
      <dgm:prSet presAssocID="{7F87E675-862F-40D8-A126-50D4EF8C7589}" presName="sibTrans" presStyleCnt="0"/>
      <dgm:spPr/>
    </dgm:pt>
    <dgm:pt modelId="{52E4BC56-D827-42E8-8C2E-987A2A39F292}" type="pres">
      <dgm:prSet presAssocID="{7125B7C1-4F59-4CCD-BB4C-0C4856262311}" presName="compNode" presStyleCnt="0"/>
      <dgm:spPr/>
    </dgm:pt>
    <dgm:pt modelId="{5A3F3AA5-DB18-4073-9C21-B57DF709D3AE}" type="pres">
      <dgm:prSet presAssocID="{7125B7C1-4F59-4CCD-BB4C-0C4856262311}" presName="bgRect" presStyleLbl="bgShp" presStyleIdx="3" presStyleCnt="6"/>
      <dgm:spPr/>
    </dgm:pt>
    <dgm:pt modelId="{1FFEEC48-7F28-4FBF-8C81-284F647C7486}" type="pres">
      <dgm:prSet presAssocID="{7125B7C1-4F59-4CCD-BB4C-0C4856262311}" presName="iconRect" presStyleLbl="node1" presStyleIdx="3" presStyleCnt="6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E470613E-DE81-4D87-AF80-315A2C34CA3C}" type="pres">
      <dgm:prSet presAssocID="{7125B7C1-4F59-4CCD-BB4C-0C4856262311}" presName="spaceRect" presStyleCnt="0"/>
      <dgm:spPr/>
    </dgm:pt>
    <dgm:pt modelId="{290CEF7E-36CE-42AF-9AA9-B518B7131C77}" type="pres">
      <dgm:prSet presAssocID="{7125B7C1-4F59-4CCD-BB4C-0C4856262311}" presName="parTx" presStyleLbl="revTx" presStyleIdx="3" presStyleCnt="6">
        <dgm:presLayoutVars>
          <dgm:chMax val="0"/>
          <dgm:chPref val="0"/>
        </dgm:presLayoutVars>
      </dgm:prSet>
      <dgm:spPr/>
    </dgm:pt>
    <dgm:pt modelId="{9D27A145-26F3-4334-83AE-002E9097DFF0}" type="pres">
      <dgm:prSet presAssocID="{803C1621-6BE5-45E8-A520-453BD8C3DD1D}" presName="sibTrans" presStyleCnt="0"/>
      <dgm:spPr/>
    </dgm:pt>
    <dgm:pt modelId="{9044EDFB-2613-44B3-802C-B1523CDE7200}" type="pres">
      <dgm:prSet presAssocID="{52500BBF-7DB7-4A6E-9C48-FC3B741D9DCD}" presName="compNode" presStyleCnt="0"/>
      <dgm:spPr/>
    </dgm:pt>
    <dgm:pt modelId="{049B1A9D-BFF7-4152-82FE-1EBF6A5ADDEE}" type="pres">
      <dgm:prSet presAssocID="{52500BBF-7DB7-4A6E-9C48-FC3B741D9DCD}" presName="bgRect" presStyleLbl="bgShp" presStyleIdx="4" presStyleCnt="6"/>
      <dgm:spPr/>
    </dgm:pt>
    <dgm:pt modelId="{B73DE810-045E-43F3-A660-1C12FB159F32}" type="pres">
      <dgm:prSet presAssocID="{52500BBF-7DB7-4A6E-9C48-FC3B741D9DCD}" presName="iconRect" presStyleLbl="node1" presStyleIdx="4" presStyleCnt="6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A6CE9A4B-0CC5-4DED-B736-D7C9EAFC83FD}" type="pres">
      <dgm:prSet presAssocID="{52500BBF-7DB7-4A6E-9C48-FC3B741D9DCD}" presName="spaceRect" presStyleCnt="0"/>
      <dgm:spPr/>
    </dgm:pt>
    <dgm:pt modelId="{B80C22ED-7234-4656-8FB4-BC7D7850647B}" type="pres">
      <dgm:prSet presAssocID="{52500BBF-7DB7-4A6E-9C48-FC3B741D9DCD}" presName="parTx" presStyleLbl="revTx" presStyleIdx="4" presStyleCnt="6">
        <dgm:presLayoutVars>
          <dgm:chMax val="0"/>
          <dgm:chPref val="0"/>
        </dgm:presLayoutVars>
      </dgm:prSet>
      <dgm:spPr/>
    </dgm:pt>
    <dgm:pt modelId="{9D62D968-D4D3-4176-84F9-014AE4E86D8B}" type="pres">
      <dgm:prSet presAssocID="{D41FCB0C-E832-476B-B0D0-F4752BBE8171}" presName="sibTrans" presStyleCnt="0"/>
      <dgm:spPr/>
    </dgm:pt>
    <dgm:pt modelId="{9E3B5BCD-B62C-46A6-908A-C9E5867E93B4}" type="pres">
      <dgm:prSet presAssocID="{E29B9502-8BF3-4A8C-9DA3-C6438AC90962}" presName="compNode" presStyleCnt="0"/>
      <dgm:spPr/>
    </dgm:pt>
    <dgm:pt modelId="{EAD73926-727F-42A1-A755-FD9F34474F76}" type="pres">
      <dgm:prSet presAssocID="{E29B9502-8BF3-4A8C-9DA3-C6438AC90962}" presName="bgRect" presStyleLbl="bgShp" presStyleIdx="5" presStyleCnt="6"/>
      <dgm:spPr/>
    </dgm:pt>
    <dgm:pt modelId="{F89BDC5A-725F-440C-B35D-C947FB792103}" type="pres">
      <dgm:prSet presAssocID="{E29B9502-8BF3-4A8C-9DA3-C6438AC90962}" presName="iconRect" presStyleLbl="node1" presStyleIdx="5" presStyleCnt="6"/>
      <dgm:spPr/>
    </dgm:pt>
    <dgm:pt modelId="{D8B5299D-4C58-4607-AB53-6CA8F191FFB0}" type="pres">
      <dgm:prSet presAssocID="{E29B9502-8BF3-4A8C-9DA3-C6438AC90962}" presName="spaceRect" presStyleCnt="0"/>
      <dgm:spPr/>
    </dgm:pt>
    <dgm:pt modelId="{E801A874-FEA5-43F4-8860-DE9E62C153B4}" type="pres">
      <dgm:prSet presAssocID="{E29B9502-8BF3-4A8C-9DA3-C6438AC90962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1CBC7718-129F-4F4B-9D16-68ED699C7110}" srcId="{6AE8FF0F-2455-4CE6-ABE0-9C0DAF91588F}" destId="{AAC5BEDC-39E1-4D35-AD0A-C6F0A50C2FB6}" srcOrd="1" destOrd="0" parTransId="{B4C40353-9B57-451A-9D70-C9817940E0EF}" sibTransId="{6DEC45EF-0274-437D-97A6-61062C14C051}"/>
    <dgm:cxn modelId="{C362BE24-2A08-405D-95D4-FB2BABFD7AD5}" srcId="{6AE8FF0F-2455-4CE6-ABE0-9C0DAF91588F}" destId="{C0CF7A4E-DB48-4C60-ADE0-0E821D942956}" srcOrd="2" destOrd="0" parTransId="{E7F6E410-5597-478A-89B4-1D54956BDE3D}" sibTransId="{7F87E675-862F-40D8-A126-50D4EF8C7589}"/>
    <dgm:cxn modelId="{72BFB240-D6BD-4AB7-94D4-61BDCCAB8D6B}" type="presOf" srcId="{6AE8FF0F-2455-4CE6-ABE0-9C0DAF91588F}" destId="{73B45352-C406-4BFD-8F96-E88E1B7487FA}" srcOrd="0" destOrd="0" presId="urn:microsoft.com/office/officeart/2018/2/layout/IconVerticalSolidList"/>
    <dgm:cxn modelId="{B272B542-D467-4C86-ACDC-278E31ECF6F7}" srcId="{6AE8FF0F-2455-4CE6-ABE0-9C0DAF91588F}" destId="{B7B193DB-AAC1-4CA6-9835-541EE75B6308}" srcOrd="0" destOrd="0" parTransId="{E0FCD7BD-CA91-4BDC-95B2-142490394C12}" sibTransId="{B32F6CF1-B447-4B2D-8987-F0D912382302}"/>
    <dgm:cxn modelId="{5496D86B-89C1-42C0-BFBE-2EE98DD2F0DC}" type="presOf" srcId="{AAC5BEDC-39E1-4D35-AD0A-C6F0A50C2FB6}" destId="{3B14AFBC-3826-4D36-B0E1-F1C7431F4687}" srcOrd="0" destOrd="0" presId="urn:microsoft.com/office/officeart/2018/2/layout/IconVerticalSolidList"/>
    <dgm:cxn modelId="{0A653F87-2922-4666-A4BA-99302FE727A9}" type="presOf" srcId="{B7B193DB-AAC1-4CA6-9835-541EE75B6308}" destId="{86A2DE1D-0ADB-4AC1-A0D0-BF9C0778568B}" srcOrd="0" destOrd="0" presId="urn:microsoft.com/office/officeart/2018/2/layout/IconVerticalSolidList"/>
    <dgm:cxn modelId="{65AB7393-502F-410F-9527-1CF6318737DE}" srcId="{6AE8FF0F-2455-4CE6-ABE0-9C0DAF91588F}" destId="{E29B9502-8BF3-4A8C-9DA3-C6438AC90962}" srcOrd="5" destOrd="0" parTransId="{B1F969CA-11D3-4F1A-809C-659A0F03658D}" sibTransId="{06C639C7-38EF-4475-92D1-1B4B4985BDAA}"/>
    <dgm:cxn modelId="{547B4AA4-A475-42BE-9F77-0ADD52120171}" type="presOf" srcId="{52500BBF-7DB7-4A6E-9C48-FC3B741D9DCD}" destId="{B80C22ED-7234-4656-8FB4-BC7D7850647B}" srcOrd="0" destOrd="0" presId="urn:microsoft.com/office/officeart/2018/2/layout/IconVerticalSolidList"/>
    <dgm:cxn modelId="{91D4A0B3-43F4-4D06-A5BD-7AD7886ECD2D}" type="presOf" srcId="{E29B9502-8BF3-4A8C-9DA3-C6438AC90962}" destId="{E801A874-FEA5-43F4-8860-DE9E62C153B4}" srcOrd="0" destOrd="0" presId="urn:microsoft.com/office/officeart/2018/2/layout/IconVerticalSolidList"/>
    <dgm:cxn modelId="{3EE2FFBF-D8EF-4675-AD5F-F136576E4D88}" type="presOf" srcId="{7125B7C1-4F59-4CCD-BB4C-0C4856262311}" destId="{290CEF7E-36CE-42AF-9AA9-B518B7131C77}" srcOrd="0" destOrd="0" presId="urn:microsoft.com/office/officeart/2018/2/layout/IconVerticalSolidList"/>
    <dgm:cxn modelId="{FECF6CDE-D544-44A1-99EF-35F8E00AFA31}" type="presOf" srcId="{C0CF7A4E-DB48-4C60-ADE0-0E821D942956}" destId="{1DB4BC0E-CC69-411F-9EFE-8B3EC6F49D80}" srcOrd="0" destOrd="0" presId="urn:microsoft.com/office/officeart/2018/2/layout/IconVerticalSolidList"/>
    <dgm:cxn modelId="{4D7816E4-90A2-484C-BDB1-245E20EC5D85}" srcId="{6AE8FF0F-2455-4CE6-ABE0-9C0DAF91588F}" destId="{52500BBF-7DB7-4A6E-9C48-FC3B741D9DCD}" srcOrd="4" destOrd="0" parTransId="{F0AD1A8A-2A1D-4A63-954A-45AE201CAFFB}" sibTransId="{D41FCB0C-E832-476B-B0D0-F4752BBE8171}"/>
    <dgm:cxn modelId="{1D1893F4-2B0E-4EBF-9A14-7ECD7BBC2608}" srcId="{6AE8FF0F-2455-4CE6-ABE0-9C0DAF91588F}" destId="{7125B7C1-4F59-4CCD-BB4C-0C4856262311}" srcOrd="3" destOrd="0" parTransId="{B15D39FF-036F-4BB2-BBCE-387F71D7530F}" sibTransId="{803C1621-6BE5-45E8-A520-453BD8C3DD1D}"/>
    <dgm:cxn modelId="{89791BAC-6661-4184-B2AD-B6C4036B3790}" type="presParOf" srcId="{73B45352-C406-4BFD-8F96-E88E1B7487FA}" destId="{8188B0EF-470B-4636-BA22-9AB36FF6A0DC}" srcOrd="0" destOrd="0" presId="urn:microsoft.com/office/officeart/2018/2/layout/IconVerticalSolidList"/>
    <dgm:cxn modelId="{711FCBF9-8927-4FD3-BA81-2F61C9DFA542}" type="presParOf" srcId="{8188B0EF-470B-4636-BA22-9AB36FF6A0DC}" destId="{BEFD97CC-DA4E-429B-B252-E1B2CC39B215}" srcOrd="0" destOrd="0" presId="urn:microsoft.com/office/officeart/2018/2/layout/IconVerticalSolidList"/>
    <dgm:cxn modelId="{55EACF52-C15D-47B4-A09A-63E55BC1F292}" type="presParOf" srcId="{8188B0EF-470B-4636-BA22-9AB36FF6A0DC}" destId="{03BE1AD2-A1EA-40DC-A2D4-39087507CEDB}" srcOrd="1" destOrd="0" presId="urn:microsoft.com/office/officeart/2018/2/layout/IconVerticalSolidList"/>
    <dgm:cxn modelId="{52BBE588-E74E-47FB-9571-5162F708E9FC}" type="presParOf" srcId="{8188B0EF-470B-4636-BA22-9AB36FF6A0DC}" destId="{C24A3295-CC41-413E-9B6C-0C89FCE4058A}" srcOrd="2" destOrd="0" presId="urn:microsoft.com/office/officeart/2018/2/layout/IconVerticalSolidList"/>
    <dgm:cxn modelId="{8148D4A3-4A90-48AB-B76D-DE23646FEA10}" type="presParOf" srcId="{8188B0EF-470B-4636-BA22-9AB36FF6A0DC}" destId="{86A2DE1D-0ADB-4AC1-A0D0-BF9C0778568B}" srcOrd="3" destOrd="0" presId="urn:microsoft.com/office/officeart/2018/2/layout/IconVerticalSolidList"/>
    <dgm:cxn modelId="{4A206E73-FC18-4CBF-B17F-C0BACE57FD20}" type="presParOf" srcId="{73B45352-C406-4BFD-8F96-E88E1B7487FA}" destId="{CA51DC4D-A09A-4028-8F8A-C436B5C08914}" srcOrd="1" destOrd="0" presId="urn:microsoft.com/office/officeart/2018/2/layout/IconVerticalSolidList"/>
    <dgm:cxn modelId="{893419A8-11A9-45D8-9353-5E3CDA73588F}" type="presParOf" srcId="{73B45352-C406-4BFD-8F96-E88E1B7487FA}" destId="{95DA9DD2-2D81-4C63-BC8A-C07EC05E407B}" srcOrd="2" destOrd="0" presId="urn:microsoft.com/office/officeart/2018/2/layout/IconVerticalSolidList"/>
    <dgm:cxn modelId="{433A38AE-88F9-40C6-AE81-7DF0C92BED8B}" type="presParOf" srcId="{95DA9DD2-2D81-4C63-BC8A-C07EC05E407B}" destId="{680B8A2B-E06F-4BEF-8C76-1CC4727B2203}" srcOrd="0" destOrd="0" presId="urn:microsoft.com/office/officeart/2018/2/layout/IconVerticalSolidList"/>
    <dgm:cxn modelId="{25C11DB3-2BF8-44B5-BC21-5F5EAF914071}" type="presParOf" srcId="{95DA9DD2-2D81-4C63-BC8A-C07EC05E407B}" destId="{5E00B094-9413-4045-B503-A8FBF76C4C96}" srcOrd="1" destOrd="0" presId="urn:microsoft.com/office/officeart/2018/2/layout/IconVerticalSolidList"/>
    <dgm:cxn modelId="{7F6ED824-5C77-41DA-8053-2A91865A2EA5}" type="presParOf" srcId="{95DA9DD2-2D81-4C63-BC8A-C07EC05E407B}" destId="{4F649FF1-57F4-4C63-9400-811BAE5F686F}" srcOrd="2" destOrd="0" presId="urn:microsoft.com/office/officeart/2018/2/layout/IconVerticalSolidList"/>
    <dgm:cxn modelId="{40218372-7F05-4D81-8478-96849A7F09CE}" type="presParOf" srcId="{95DA9DD2-2D81-4C63-BC8A-C07EC05E407B}" destId="{3B14AFBC-3826-4D36-B0E1-F1C7431F4687}" srcOrd="3" destOrd="0" presId="urn:microsoft.com/office/officeart/2018/2/layout/IconVerticalSolidList"/>
    <dgm:cxn modelId="{CA16D654-6118-46E6-8935-0D1475D93EA8}" type="presParOf" srcId="{73B45352-C406-4BFD-8F96-E88E1B7487FA}" destId="{DE64A838-3534-4403-AF67-8180BAB3EE7C}" srcOrd="3" destOrd="0" presId="urn:microsoft.com/office/officeart/2018/2/layout/IconVerticalSolidList"/>
    <dgm:cxn modelId="{8B6C8BF7-A146-42D4-81CE-A1835D6AF485}" type="presParOf" srcId="{73B45352-C406-4BFD-8F96-E88E1B7487FA}" destId="{4600FF60-35CF-4751-84D1-997A29647374}" srcOrd="4" destOrd="0" presId="urn:microsoft.com/office/officeart/2018/2/layout/IconVerticalSolidList"/>
    <dgm:cxn modelId="{289414FD-2AF5-4D69-92ED-30428B97F371}" type="presParOf" srcId="{4600FF60-35CF-4751-84D1-997A29647374}" destId="{A075D394-B966-40D3-B1E4-1DF972AC08F0}" srcOrd="0" destOrd="0" presId="urn:microsoft.com/office/officeart/2018/2/layout/IconVerticalSolidList"/>
    <dgm:cxn modelId="{49C17489-2108-44B4-8B7A-5FFFAC4AEFF0}" type="presParOf" srcId="{4600FF60-35CF-4751-84D1-997A29647374}" destId="{EC62A527-7859-4846-9B71-E96818C2D020}" srcOrd="1" destOrd="0" presId="urn:microsoft.com/office/officeart/2018/2/layout/IconVerticalSolidList"/>
    <dgm:cxn modelId="{2FA72950-9D47-40D4-A6CA-6E1C325DDBC3}" type="presParOf" srcId="{4600FF60-35CF-4751-84D1-997A29647374}" destId="{D7D3762D-7ACD-4CDF-AA9E-DC8C07A3F615}" srcOrd="2" destOrd="0" presId="urn:microsoft.com/office/officeart/2018/2/layout/IconVerticalSolidList"/>
    <dgm:cxn modelId="{0DE6A0FC-212C-4130-8299-5FC1892FADDE}" type="presParOf" srcId="{4600FF60-35CF-4751-84D1-997A29647374}" destId="{1DB4BC0E-CC69-411F-9EFE-8B3EC6F49D80}" srcOrd="3" destOrd="0" presId="urn:microsoft.com/office/officeart/2018/2/layout/IconVerticalSolidList"/>
    <dgm:cxn modelId="{C2D76D7C-1DB4-4A51-B10B-431DF8DAD159}" type="presParOf" srcId="{73B45352-C406-4BFD-8F96-E88E1B7487FA}" destId="{39B30415-EBBA-42FF-BEF3-96D45B847ADF}" srcOrd="5" destOrd="0" presId="urn:microsoft.com/office/officeart/2018/2/layout/IconVerticalSolidList"/>
    <dgm:cxn modelId="{0575C9B5-CCDA-46D8-95B5-09FBC4FFA9BB}" type="presParOf" srcId="{73B45352-C406-4BFD-8F96-E88E1B7487FA}" destId="{52E4BC56-D827-42E8-8C2E-987A2A39F292}" srcOrd="6" destOrd="0" presId="urn:microsoft.com/office/officeart/2018/2/layout/IconVerticalSolidList"/>
    <dgm:cxn modelId="{0E632ED7-DFA5-4405-A245-2E0B2D8DA70E}" type="presParOf" srcId="{52E4BC56-D827-42E8-8C2E-987A2A39F292}" destId="{5A3F3AA5-DB18-4073-9C21-B57DF709D3AE}" srcOrd="0" destOrd="0" presId="urn:microsoft.com/office/officeart/2018/2/layout/IconVerticalSolidList"/>
    <dgm:cxn modelId="{0F9FEE4E-6BD7-458B-B8E5-5E388892DD27}" type="presParOf" srcId="{52E4BC56-D827-42E8-8C2E-987A2A39F292}" destId="{1FFEEC48-7F28-4FBF-8C81-284F647C7486}" srcOrd="1" destOrd="0" presId="urn:microsoft.com/office/officeart/2018/2/layout/IconVerticalSolidList"/>
    <dgm:cxn modelId="{D733C357-48D6-42A7-8BF3-DC30009966EA}" type="presParOf" srcId="{52E4BC56-D827-42E8-8C2E-987A2A39F292}" destId="{E470613E-DE81-4D87-AF80-315A2C34CA3C}" srcOrd="2" destOrd="0" presId="urn:microsoft.com/office/officeart/2018/2/layout/IconVerticalSolidList"/>
    <dgm:cxn modelId="{70A99F6C-F1AC-478E-9746-1EA31A5F2C9B}" type="presParOf" srcId="{52E4BC56-D827-42E8-8C2E-987A2A39F292}" destId="{290CEF7E-36CE-42AF-9AA9-B518B7131C77}" srcOrd="3" destOrd="0" presId="urn:microsoft.com/office/officeart/2018/2/layout/IconVerticalSolidList"/>
    <dgm:cxn modelId="{A1786DAB-9972-4A8F-8DE3-67B29F13B42F}" type="presParOf" srcId="{73B45352-C406-4BFD-8F96-E88E1B7487FA}" destId="{9D27A145-26F3-4334-83AE-002E9097DFF0}" srcOrd="7" destOrd="0" presId="urn:microsoft.com/office/officeart/2018/2/layout/IconVerticalSolidList"/>
    <dgm:cxn modelId="{9108BA72-1D0A-411E-BE3B-599821A5424F}" type="presParOf" srcId="{73B45352-C406-4BFD-8F96-E88E1B7487FA}" destId="{9044EDFB-2613-44B3-802C-B1523CDE7200}" srcOrd="8" destOrd="0" presId="urn:microsoft.com/office/officeart/2018/2/layout/IconVerticalSolidList"/>
    <dgm:cxn modelId="{09132383-CD39-4A29-97A2-24F0B7AD54BD}" type="presParOf" srcId="{9044EDFB-2613-44B3-802C-B1523CDE7200}" destId="{049B1A9D-BFF7-4152-82FE-1EBF6A5ADDEE}" srcOrd="0" destOrd="0" presId="urn:microsoft.com/office/officeart/2018/2/layout/IconVerticalSolidList"/>
    <dgm:cxn modelId="{01885461-1359-458E-A4C5-D2BD3DE07DA5}" type="presParOf" srcId="{9044EDFB-2613-44B3-802C-B1523CDE7200}" destId="{B73DE810-045E-43F3-A660-1C12FB159F32}" srcOrd="1" destOrd="0" presId="urn:microsoft.com/office/officeart/2018/2/layout/IconVerticalSolidList"/>
    <dgm:cxn modelId="{D237C135-308F-487C-A88B-9D86C7DA3DF6}" type="presParOf" srcId="{9044EDFB-2613-44B3-802C-B1523CDE7200}" destId="{A6CE9A4B-0CC5-4DED-B736-D7C9EAFC83FD}" srcOrd="2" destOrd="0" presId="urn:microsoft.com/office/officeart/2018/2/layout/IconVerticalSolidList"/>
    <dgm:cxn modelId="{D495E99F-415C-45F0-A918-D59D5E920682}" type="presParOf" srcId="{9044EDFB-2613-44B3-802C-B1523CDE7200}" destId="{B80C22ED-7234-4656-8FB4-BC7D7850647B}" srcOrd="3" destOrd="0" presId="urn:microsoft.com/office/officeart/2018/2/layout/IconVerticalSolidList"/>
    <dgm:cxn modelId="{322492F3-6D49-4D91-8BF5-8D9E0B44F855}" type="presParOf" srcId="{73B45352-C406-4BFD-8F96-E88E1B7487FA}" destId="{9D62D968-D4D3-4176-84F9-014AE4E86D8B}" srcOrd="9" destOrd="0" presId="urn:microsoft.com/office/officeart/2018/2/layout/IconVerticalSolidList"/>
    <dgm:cxn modelId="{1CAEB908-FD40-45D8-8367-39648C510DF2}" type="presParOf" srcId="{73B45352-C406-4BFD-8F96-E88E1B7487FA}" destId="{9E3B5BCD-B62C-46A6-908A-C9E5867E93B4}" srcOrd="10" destOrd="0" presId="urn:microsoft.com/office/officeart/2018/2/layout/IconVerticalSolidList"/>
    <dgm:cxn modelId="{270F0B25-1DD6-4EDC-A024-A2831585C3BD}" type="presParOf" srcId="{9E3B5BCD-B62C-46A6-908A-C9E5867E93B4}" destId="{EAD73926-727F-42A1-A755-FD9F34474F76}" srcOrd="0" destOrd="0" presId="urn:microsoft.com/office/officeart/2018/2/layout/IconVerticalSolidList"/>
    <dgm:cxn modelId="{FF0DA307-B515-4183-B7D4-C32079ABA93B}" type="presParOf" srcId="{9E3B5BCD-B62C-46A6-908A-C9E5867E93B4}" destId="{F89BDC5A-725F-440C-B35D-C947FB792103}" srcOrd="1" destOrd="0" presId="urn:microsoft.com/office/officeart/2018/2/layout/IconVerticalSolidList"/>
    <dgm:cxn modelId="{7B8C7480-A576-449F-A747-5A2CF31A15D3}" type="presParOf" srcId="{9E3B5BCD-B62C-46A6-908A-C9E5867E93B4}" destId="{D8B5299D-4C58-4607-AB53-6CA8F191FFB0}" srcOrd="2" destOrd="0" presId="urn:microsoft.com/office/officeart/2018/2/layout/IconVerticalSolidList"/>
    <dgm:cxn modelId="{0EB27E19-78A5-426C-B140-6EA37E1B09B9}" type="presParOf" srcId="{9E3B5BCD-B62C-46A6-908A-C9E5867E93B4}" destId="{E801A874-FEA5-43F4-8860-DE9E62C153B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3C733FD-4553-4B5B-A69C-0BC28C7D397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3BB993A-0A11-414B-BE0F-6336711DFA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000000"/>
              </a:solidFill>
              <a:latin typeface="Aptos"/>
              <a:ea typeface="Calibri"/>
              <a:cs typeface="Calibri"/>
            </a:rPr>
            <a:t>Developed test plan for complete subsystem having a common PHY for XPCS ports, Display port and USB 3.2 controller. Prioritized individual. system's features, various PHY modes and </a:t>
          </a:r>
          <a:r>
            <a:rPr lang="en-US" dirty="0">
              <a:solidFill>
                <a:srgbClr val="000000"/>
              </a:solidFill>
              <a:latin typeface="Aptos"/>
              <a:cs typeface="Arial"/>
            </a:rPr>
            <a:t>configuration. </a:t>
          </a:r>
          <a:endParaRPr lang="en-US" dirty="0"/>
        </a:p>
      </dgm:t>
    </dgm:pt>
    <dgm:pt modelId="{D8AC68A6-BBA3-4C10-8554-0658B641DCA1}" type="parTrans" cxnId="{068E0C27-C4B2-413E-A750-BD8D9B22706C}">
      <dgm:prSet/>
      <dgm:spPr/>
      <dgm:t>
        <a:bodyPr/>
        <a:lstStyle/>
        <a:p>
          <a:endParaRPr lang="en-US"/>
        </a:p>
      </dgm:t>
    </dgm:pt>
    <dgm:pt modelId="{710AD86E-72F1-4242-B4C4-99702F4F7BAA}" type="sibTrans" cxnId="{068E0C27-C4B2-413E-A750-BD8D9B22706C}">
      <dgm:prSet/>
      <dgm:spPr/>
      <dgm:t>
        <a:bodyPr/>
        <a:lstStyle/>
        <a:p>
          <a:endParaRPr lang="en-US"/>
        </a:p>
      </dgm:t>
    </dgm:pt>
    <dgm:pt modelId="{45A383F7-2D89-45E3-85C1-F2A57911589A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>
              <a:solidFill>
                <a:srgbClr val="000000"/>
              </a:solidFill>
              <a:latin typeface="Aptos"/>
              <a:ea typeface="Calibri"/>
              <a:cs typeface="Calibri"/>
            </a:rPr>
            <a:t>Developed design and verification testbench manifest files</a:t>
          </a:r>
          <a:r>
            <a:rPr lang="en-US" dirty="0">
              <a:solidFill>
                <a:srgbClr val="000000"/>
              </a:solidFill>
              <a:latin typeface="Aptos"/>
              <a:cs typeface="Arial"/>
            </a:rPr>
            <a:t>.  </a:t>
          </a:r>
          <a:endParaRPr lang="en-US" dirty="0">
            <a:solidFill>
              <a:srgbClr val="000000"/>
            </a:solidFill>
            <a:latin typeface="Grandview Display"/>
          </a:endParaRPr>
        </a:p>
      </dgm:t>
    </dgm:pt>
    <dgm:pt modelId="{46A41695-9593-46AC-AA9B-D894F38049BE}" type="parTrans" cxnId="{5BEEFC09-AAD3-4583-B764-21A21840104E}">
      <dgm:prSet/>
      <dgm:spPr/>
      <dgm:t>
        <a:bodyPr/>
        <a:lstStyle/>
        <a:p>
          <a:endParaRPr lang="en-US"/>
        </a:p>
      </dgm:t>
    </dgm:pt>
    <dgm:pt modelId="{89224F55-5486-447E-96FA-9EE99DE78766}" type="sibTrans" cxnId="{5BEEFC09-AAD3-4583-B764-21A21840104E}">
      <dgm:prSet/>
      <dgm:spPr/>
      <dgm:t>
        <a:bodyPr/>
        <a:lstStyle/>
        <a:p>
          <a:endParaRPr lang="en-US"/>
        </a:p>
      </dgm:t>
    </dgm:pt>
    <dgm:pt modelId="{BF727334-A0DD-45D7-A549-7D3A01F0DF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000000"/>
              </a:solidFill>
              <a:latin typeface="Aptos"/>
              <a:ea typeface="Calibri"/>
              <a:cs typeface="Calibri"/>
            </a:rPr>
            <a:t>Developed testbench top, environments files integrating USB, DP and XPCS agents with reuse from block level testbench</a:t>
          </a:r>
          <a:r>
            <a:rPr lang="en-US" dirty="0">
              <a:solidFill>
                <a:srgbClr val="000000"/>
              </a:solidFill>
              <a:latin typeface="Aptos"/>
              <a:cs typeface="Arial"/>
            </a:rPr>
            <a:t>. </a:t>
          </a:r>
          <a:endParaRPr lang="en-US" dirty="0">
            <a:solidFill>
              <a:srgbClr val="000000"/>
            </a:solidFill>
            <a:latin typeface="Aptos"/>
          </a:endParaRPr>
        </a:p>
      </dgm:t>
    </dgm:pt>
    <dgm:pt modelId="{438719ED-F17E-4116-91E8-03B023892264}" type="parTrans" cxnId="{68176232-FB1E-4A43-99A0-2B0B62B6B94A}">
      <dgm:prSet/>
      <dgm:spPr/>
      <dgm:t>
        <a:bodyPr/>
        <a:lstStyle/>
        <a:p>
          <a:endParaRPr lang="en-US"/>
        </a:p>
      </dgm:t>
    </dgm:pt>
    <dgm:pt modelId="{F126C208-E0BC-4ADE-9F83-728100B20C4A}" type="sibTrans" cxnId="{68176232-FB1E-4A43-99A0-2B0B62B6B94A}">
      <dgm:prSet/>
      <dgm:spPr/>
      <dgm:t>
        <a:bodyPr/>
        <a:lstStyle/>
        <a:p>
          <a:endParaRPr lang="en-US"/>
        </a:p>
      </dgm:t>
    </dgm:pt>
    <dgm:pt modelId="{F52206BE-360F-4A74-8B99-4DC0170ACC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000000"/>
              </a:solidFill>
              <a:latin typeface="Aptos"/>
              <a:ea typeface="Calibri"/>
              <a:cs typeface="Calibri"/>
            </a:rPr>
            <a:t>Technically managed the team of 6 people for project</a:t>
          </a:r>
          <a:r>
            <a:rPr lang="en-US" dirty="0">
              <a:solidFill>
                <a:srgbClr val="000000"/>
              </a:solidFill>
              <a:latin typeface="Aptos"/>
              <a:cs typeface="Arial"/>
            </a:rPr>
            <a:t>. </a:t>
          </a:r>
          <a:endParaRPr lang="en-US" dirty="0">
            <a:solidFill>
              <a:srgbClr val="000000"/>
            </a:solidFill>
            <a:latin typeface="Aptos"/>
          </a:endParaRPr>
        </a:p>
      </dgm:t>
    </dgm:pt>
    <dgm:pt modelId="{442490B4-F57A-424A-A841-7355CFBEF093}" type="parTrans" cxnId="{FF775B2E-8327-499E-A893-AA04536C99E2}">
      <dgm:prSet/>
      <dgm:spPr/>
      <dgm:t>
        <a:bodyPr/>
        <a:lstStyle/>
        <a:p>
          <a:endParaRPr lang="en-US"/>
        </a:p>
      </dgm:t>
    </dgm:pt>
    <dgm:pt modelId="{2C701509-070C-4130-A91C-63F146DBA6D8}" type="sibTrans" cxnId="{FF775B2E-8327-499E-A893-AA04536C99E2}">
      <dgm:prSet/>
      <dgm:spPr/>
      <dgm:t>
        <a:bodyPr/>
        <a:lstStyle/>
        <a:p>
          <a:endParaRPr lang="en-US"/>
        </a:p>
      </dgm:t>
    </dgm:pt>
    <dgm:pt modelId="{35B187EA-8F2C-425A-A509-9D80B7499F7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tos"/>
              <a:ea typeface="Calibri"/>
              <a:cs typeface="Calibri"/>
            </a:rPr>
            <a:t>Client</a:t>
          </a:r>
          <a:r>
            <a:rPr lang="en-US" dirty="0">
              <a:solidFill>
                <a:srgbClr val="000000"/>
              </a:solidFill>
              <a:latin typeface="Aptos"/>
              <a:ea typeface="Calibri"/>
              <a:cs typeface="Calibri"/>
            </a:rPr>
            <a:t> Face, progress updates, Resolving team issues, support o team, scope updates. </a:t>
          </a:r>
          <a:endParaRPr lang="en-US" dirty="0">
            <a:latin typeface="Aptos"/>
            <a:ea typeface="Calibri"/>
            <a:cs typeface="Arial"/>
          </a:endParaRPr>
        </a:p>
      </dgm:t>
    </dgm:pt>
    <dgm:pt modelId="{9FA76F50-423F-404C-87EC-6E1EE933EAE7}" type="parTrans" cxnId="{CBF9CC2E-CD38-42D1-8167-C25B0A3A9374}">
      <dgm:prSet/>
      <dgm:spPr/>
    </dgm:pt>
    <dgm:pt modelId="{553678AA-94CB-47E6-A3B1-89A8EAC1B5AC}" type="sibTrans" cxnId="{CBF9CC2E-CD38-42D1-8167-C25B0A3A9374}">
      <dgm:prSet/>
      <dgm:spPr/>
    </dgm:pt>
    <dgm:pt modelId="{6355A87A-D53E-45CE-87B0-C34E670BD8E8}" type="pres">
      <dgm:prSet presAssocID="{E3C733FD-4553-4B5B-A69C-0BC28C7D3971}" presName="root" presStyleCnt="0">
        <dgm:presLayoutVars>
          <dgm:dir/>
          <dgm:resizeHandles val="exact"/>
        </dgm:presLayoutVars>
      </dgm:prSet>
      <dgm:spPr/>
    </dgm:pt>
    <dgm:pt modelId="{8A9310F1-F4B5-4015-B577-564466148E15}" type="pres">
      <dgm:prSet presAssocID="{83BB993A-0A11-414B-BE0F-6336711DFABB}" presName="compNode" presStyleCnt="0"/>
      <dgm:spPr/>
    </dgm:pt>
    <dgm:pt modelId="{AA3175D3-E7C8-4607-BDE6-7B5D0E9C9F5A}" type="pres">
      <dgm:prSet presAssocID="{83BB993A-0A11-414B-BE0F-6336711DFABB}" presName="bgRect" presStyleLbl="bgShp" presStyleIdx="0" presStyleCnt="5"/>
      <dgm:spPr/>
    </dgm:pt>
    <dgm:pt modelId="{67C8B8F4-29FF-4007-B292-335CF22B1F61}" type="pres">
      <dgm:prSet presAssocID="{83BB993A-0A11-414B-BE0F-6336711DFAB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1F50F9C-3FCD-4761-ABC6-0A64942708FB}" type="pres">
      <dgm:prSet presAssocID="{83BB993A-0A11-414B-BE0F-6336711DFABB}" presName="spaceRect" presStyleCnt="0"/>
      <dgm:spPr/>
    </dgm:pt>
    <dgm:pt modelId="{6B47D69B-3C45-4716-8323-9CA431BB7E92}" type="pres">
      <dgm:prSet presAssocID="{83BB993A-0A11-414B-BE0F-6336711DFABB}" presName="parTx" presStyleLbl="revTx" presStyleIdx="0" presStyleCnt="5">
        <dgm:presLayoutVars>
          <dgm:chMax val="0"/>
          <dgm:chPref val="0"/>
        </dgm:presLayoutVars>
      </dgm:prSet>
      <dgm:spPr/>
    </dgm:pt>
    <dgm:pt modelId="{C2171651-1A21-4315-9DD1-29B9C1B537A6}" type="pres">
      <dgm:prSet presAssocID="{710AD86E-72F1-4242-B4C4-99702F4F7BAA}" presName="sibTrans" presStyleCnt="0"/>
      <dgm:spPr/>
    </dgm:pt>
    <dgm:pt modelId="{6A5A24B4-7E0B-48F0-A878-913FA830C892}" type="pres">
      <dgm:prSet presAssocID="{45A383F7-2D89-45E3-85C1-F2A57911589A}" presName="compNode" presStyleCnt="0"/>
      <dgm:spPr/>
    </dgm:pt>
    <dgm:pt modelId="{909B59B9-E1E1-4B33-AFE5-5125ABCCED5B}" type="pres">
      <dgm:prSet presAssocID="{45A383F7-2D89-45E3-85C1-F2A57911589A}" presName="bgRect" presStyleLbl="bgShp" presStyleIdx="1" presStyleCnt="5"/>
      <dgm:spPr/>
    </dgm:pt>
    <dgm:pt modelId="{931E1ACE-B80D-4543-9191-CA41E85B9A23}" type="pres">
      <dgm:prSet presAssocID="{45A383F7-2D89-45E3-85C1-F2A57911589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1D03021B-58B3-4FEB-BBA8-88CDF414F7B3}" type="pres">
      <dgm:prSet presAssocID="{45A383F7-2D89-45E3-85C1-F2A57911589A}" presName="spaceRect" presStyleCnt="0"/>
      <dgm:spPr/>
    </dgm:pt>
    <dgm:pt modelId="{CA6DD6E3-22A7-466C-A7D1-4C8A2FEC5CC8}" type="pres">
      <dgm:prSet presAssocID="{45A383F7-2D89-45E3-85C1-F2A57911589A}" presName="parTx" presStyleLbl="revTx" presStyleIdx="1" presStyleCnt="5">
        <dgm:presLayoutVars>
          <dgm:chMax val="0"/>
          <dgm:chPref val="0"/>
        </dgm:presLayoutVars>
      </dgm:prSet>
      <dgm:spPr/>
    </dgm:pt>
    <dgm:pt modelId="{090E1281-F772-4EFF-B009-DC0DB7615A01}" type="pres">
      <dgm:prSet presAssocID="{89224F55-5486-447E-96FA-9EE99DE78766}" presName="sibTrans" presStyleCnt="0"/>
      <dgm:spPr/>
    </dgm:pt>
    <dgm:pt modelId="{E5E04F8B-7874-4EE3-A826-00F55832F8B2}" type="pres">
      <dgm:prSet presAssocID="{BF727334-A0DD-45D7-A549-7D3A01F0DF37}" presName="compNode" presStyleCnt="0"/>
      <dgm:spPr/>
    </dgm:pt>
    <dgm:pt modelId="{9A68A01C-AB00-4946-B558-49A6BEF9A15B}" type="pres">
      <dgm:prSet presAssocID="{BF727334-A0DD-45D7-A549-7D3A01F0DF37}" presName="bgRect" presStyleLbl="bgShp" presStyleIdx="2" presStyleCnt="5"/>
      <dgm:spPr/>
    </dgm:pt>
    <dgm:pt modelId="{D5E6DE71-6D5B-4870-9814-52B49004F5D1}" type="pres">
      <dgm:prSet presAssocID="{BF727334-A0DD-45D7-A549-7D3A01F0DF37}" presName="iconRect" presStyleLbl="node1" presStyleIdx="2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B6E4ACD-0D97-4AC2-8319-FEA4129E904B}" type="pres">
      <dgm:prSet presAssocID="{BF727334-A0DD-45D7-A549-7D3A01F0DF37}" presName="spaceRect" presStyleCnt="0"/>
      <dgm:spPr/>
    </dgm:pt>
    <dgm:pt modelId="{83FF6A1B-433D-4E8A-B86A-2F2B307AA5B6}" type="pres">
      <dgm:prSet presAssocID="{BF727334-A0DD-45D7-A549-7D3A01F0DF37}" presName="parTx" presStyleLbl="revTx" presStyleIdx="2" presStyleCnt="5">
        <dgm:presLayoutVars>
          <dgm:chMax val="0"/>
          <dgm:chPref val="0"/>
        </dgm:presLayoutVars>
      </dgm:prSet>
      <dgm:spPr/>
    </dgm:pt>
    <dgm:pt modelId="{E6823343-5E32-4ABB-8329-136453E02DEA}" type="pres">
      <dgm:prSet presAssocID="{F126C208-E0BC-4ADE-9F83-728100B20C4A}" presName="sibTrans" presStyleCnt="0"/>
      <dgm:spPr/>
    </dgm:pt>
    <dgm:pt modelId="{0A42C20D-A146-4B59-BF93-C4143F7F5DFA}" type="pres">
      <dgm:prSet presAssocID="{F52206BE-360F-4A74-8B99-4DC0170ACC08}" presName="compNode" presStyleCnt="0"/>
      <dgm:spPr/>
    </dgm:pt>
    <dgm:pt modelId="{452887FF-57C2-44FB-A682-2D8487D762F1}" type="pres">
      <dgm:prSet presAssocID="{F52206BE-360F-4A74-8B99-4DC0170ACC08}" presName="bgRect" presStyleLbl="bgShp" presStyleIdx="3" presStyleCnt="5"/>
      <dgm:spPr/>
    </dgm:pt>
    <dgm:pt modelId="{B1F2B435-0C5D-4450-94A1-739D177C648D}" type="pres">
      <dgm:prSet presAssocID="{F52206BE-360F-4A74-8B99-4DC0170ACC08}" presName="iconRect" presStyleLbl="node1" presStyleIdx="3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CD4449D-A354-42A5-B436-464F72DD3AD9}" type="pres">
      <dgm:prSet presAssocID="{F52206BE-360F-4A74-8B99-4DC0170ACC08}" presName="spaceRect" presStyleCnt="0"/>
      <dgm:spPr/>
    </dgm:pt>
    <dgm:pt modelId="{916CFA9C-5154-447D-A8DC-100C1EB62A4F}" type="pres">
      <dgm:prSet presAssocID="{F52206BE-360F-4A74-8B99-4DC0170ACC08}" presName="parTx" presStyleLbl="revTx" presStyleIdx="3" presStyleCnt="5">
        <dgm:presLayoutVars>
          <dgm:chMax val="0"/>
          <dgm:chPref val="0"/>
        </dgm:presLayoutVars>
      </dgm:prSet>
      <dgm:spPr/>
    </dgm:pt>
    <dgm:pt modelId="{F3978E27-EE63-45BC-A5E2-59CE0CFE5B52}" type="pres">
      <dgm:prSet presAssocID="{2C701509-070C-4130-A91C-63F146DBA6D8}" presName="sibTrans" presStyleCnt="0"/>
      <dgm:spPr/>
    </dgm:pt>
    <dgm:pt modelId="{FBF32DB1-633A-427A-9F9D-06D9782AD12E}" type="pres">
      <dgm:prSet presAssocID="{35B187EA-8F2C-425A-A509-9D80B7499F71}" presName="compNode" presStyleCnt="0"/>
      <dgm:spPr/>
    </dgm:pt>
    <dgm:pt modelId="{4D8DEA2E-B6CF-4586-A5B7-4AA363D9059F}" type="pres">
      <dgm:prSet presAssocID="{35B187EA-8F2C-425A-A509-9D80B7499F71}" presName="bgRect" presStyleLbl="bgShp" presStyleIdx="4" presStyleCnt="5"/>
      <dgm:spPr/>
    </dgm:pt>
    <dgm:pt modelId="{CF8077F8-6F03-4996-B0E0-CA8A5A301AB3}" type="pres">
      <dgm:prSet presAssocID="{35B187EA-8F2C-425A-A509-9D80B7499F71}" presName="iconRect" presStyleLbl="node1" presStyleIdx="4" presStyleCnt="5"/>
      <dgm:spPr/>
    </dgm:pt>
    <dgm:pt modelId="{97A20B26-FBD2-47DB-88A8-BFFA9F1FD433}" type="pres">
      <dgm:prSet presAssocID="{35B187EA-8F2C-425A-A509-9D80B7499F71}" presName="spaceRect" presStyleCnt="0"/>
      <dgm:spPr/>
    </dgm:pt>
    <dgm:pt modelId="{ECE281C3-A03C-4016-A4C3-102D2C7C13A4}" type="pres">
      <dgm:prSet presAssocID="{35B187EA-8F2C-425A-A509-9D80B7499F7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D562002-91EE-4F00-9DA5-99F6D5160EED}" type="presOf" srcId="{45A383F7-2D89-45E3-85C1-F2A57911589A}" destId="{CA6DD6E3-22A7-466C-A7D1-4C8A2FEC5CC8}" srcOrd="0" destOrd="0" presId="urn:microsoft.com/office/officeart/2018/2/layout/IconVerticalSolidList"/>
    <dgm:cxn modelId="{5BEEFC09-AAD3-4583-B764-21A21840104E}" srcId="{E3C733FD-4553-4B5B-A69C-0BC28C7D3971}" destId="{45A383F7-2D89-45E3-85C1-F2A57911589A}" srcOrd="1" destOrd="0" parTransId="{46A41695-9593-46AC-AA9B-D894F38049BE}" sibTransId="{89224F55-5486-447E-96FA-9EE99DE78766}"/>
    <dgm:cxn modelId="{068E0C27-C4B2-413E-A750-BD8D9B22706C}" srcId="{E3C733FD-4553-4B5B-A69C-0BC28C7D3971}" destId="{83BB993A-0A11-414B-BE0F-6336711DFABB}" srcOrd="0" destOrd="0" parTransId="{D8AC68A6-BBA3-4C10-8554-0658B641DCA1}" sibTransId="{710AD86E-72F1-4242-B4C4-99702F4F7BAA}"/>
    <dgm:cxn modelId="{FF775B2E-8327-499E-A893-AA04536C99E2}" srcId="{E3C733FD-4553-4B5B-A69C-0BC28C7D3971}" destId="{F52206BE-360F-4A74-8B99-4DC0170ACC08}" srcOrd="3" destOrd="0" parTransId="{442490B4-F57A-424A-A841-7355CFBEF093}" sibTransId="{2C701509-070C-4130-A91C-63F146DBA6D8}"/>
    <dgm:cxn modelId="{CBF9CC2E-CD38-42D1-8167-C25B0A3A9374}" srcId="{E3C733FD-4553-4B5B-A69C-0BC28C7D3971}" destId="{35B187EA-8F2C-425A-A509-9D80B7499F71}" srcOrd="4" destOrd="0" parTransId="{9FA76F50-423F-404C-87EC-6E1EE933EAE7}" sibTransId="{553678AA-94CB-47E6-A3B1-89A8EAC1B5AC}"/>
    <dgm:cxn modelId="{68176232-FB1E-4A43-99A0-2B0B62B6B94A}" srcId="{E3C733FD-4553-4B5B-A69C-0BC28C7D3971}" destId="{BF727334-A0DD-45D7-A549-7D3A01F0DF37}" srcOrd="2" destOrd="0" parTransId="{438719ED-F17E-4116-91E8-03B023892264}" sibTransId="{F126C208-E0BC-4ADE-9F83-728100B20C4A}"/>
    <dgm:cxn modelId="{BFC29E35-EC1E-414E-8BAB-68DB2C2A6B4A}" type="presOf" srcId="{F52206BE-360F-4A74-8B99-4DC0170ACC08}" destId="{916CFA9C-5154-447D-A8DC-100C1EB62A4F}" srcOrd="0" destOrd="0" presId="urn:microsoft.com/office/officeart/2018/2/layout/IconVerticalSolidList"/>
    <dgm:cxn modelId="{FF57103D-391F-4C0E-8A91-379CCBA35C2C}" type="presOf" srcId="{83BB993A-0A11-414B-BE0F-6336711DFABB}" destId="{6B47D69B-3C45-4716-8323-9CA431BB7E92}" srcOrd="0" destOrd="0" presId="urn:microsoft.com/office/officeart/2018/2/layout/IconVerticalSolidList"/>
    <dgm:cxn modelId="{C6783B63-FAB1-4423-9F97-5EB8C8BC3737}" type="presOf" srcId="{BF727334-A0DD-45D7-A549-7D3A01F0DF37}" destId="{83FF6A1B-433D-4E8A-B86A-2F2B307AA5B6}" srcOrd="0" destOrd="0" presId="urn:microsoft.com/office/officeart/2018/2/layout/IconVerticalSolidList"/>
    <dgm:cxn modelId="{6C986577-B32A-4F72-B320-8CC9CB15883E}" type="presOf" srcId="{35B187EA-8F2C-425A-A509-9D80B7499F71}" destId="{ECE281C3-A03C-4016-A4C3-102D2C7C13A4}" srcOrd="0" destOrd="0" presId="urn:microsoft.com/office/officeart/2018/2/layout/IconVerticalSolidList"/>
    <dgm:cxn modelId="{51136981-A0F8-4340-92DF-97DFADF6956B}" type="presOf" srcId="{E3C733FD-4553-4B5B-A69C-0BC28C7D3971}" destId="{6355A87A-D53E-45CE-87B0-C34E670BD8E8}" srcOrd="0" destOrd="0" presId="urn:microsoft.com/office/officeart/2018/2/layout/IconVerticalSolidList"/>
    <dgm:cxn modelId="{F167C448-EAD6-4745-B875-3B0CBF8E69FF}" type="presParOf" srcId="{6355A87A-D53E-45CE-87B0-C34E670BD8E8}" destId="{8A9310F1-F4B5-4015-B577-564466148E15}" srcOrd="0" destOrd="0" presId="urn:microsoft.com/office/officeart/2018/2/layout/IconVerticalSolidList"/>
    <dgm:cxn modelId="{249B7F3C-B10D-4626-A0EB-E1E75E63E830}" type="presParOf" srcId="{8A9310F1-F4B5-4015-B577-564466148E15}" destId="{AA3175D3-E7C8-4607-BDE6-7B5D0E9C9F5A}" srcOrd="0" destOrd="0" presId="urn:microsoft.com/office/officeart/2018/2/layout/IconVerticalSolidList"/>
    <dgm:cxn modelId="{65014EE5-2146-4420-A2C8-6C4C8CDCCB26}" type="presParOf" srcId="{8A9310F1-F4B5-4015-B577-564466148E15}" destId="{67C8B8F4-29FF-4007-B292-335CF22B1F61}" srcOrd="1" destOrd="0" presId="urn:microsoft.com/office/officeart/2018/2/layout/IconVerticalSolidList"/>
    <dgm:cxn modelId="{AC1CD3AD-2BD1-4860-B15A-08250B7AEE54}" type="presParOf" srcId="{8A9310F1-F4B5-4015-B577-564466148E15}" destId="{A1F50F9C-3FCD-4761-ABC6-0A64942708FB}" srcOrd="2" destOrd="0" presId="urn:microsoft.com/office/officeart/2018/2/layout/IconVerticalSolidList"/>
    <dgm:cxn modelId="{B9AFB38A-45ED-4939-8D14-05828A176E91}" type="presParOf" srcId="{8A9310F1-F4B5-4015-B577-564466148E15}" destId="{6B47D69B-3C45-4716-8323-9CA431BB7E92}" srcOrd="3" destOrd="0" presId="urn:microsoft.com/office/officeart/2018/2/layout/IconVerticalSolidList"/>
    <dgm:cxn modelId="{904CC601-114A-43FF-988E-26E12963166F}" type="presParOf" srcId="{6355A87A-D53E-45CE-87B0-C34E670BD8E8}" destId="{C2171651-1A21-4315-9DD1-29B9C1B537A6}" srcOrd="1" destOrd="0" presId="urn:microsoft.com/office/officeart/2018/2/layout/IconVerticalSolidList"/>
    <dgm:cxn modelId="{2C30DAE2-4EFA-4DCD-A92A-D1496894BF87}" type="presParOf" srcId="{6355A87A-D53E-45CE-87B0-C34E670BD8E8}" destId="{6A5A24B4-7E0B-48F0-A878-913FA830C892}" srcOrd="2" destOrd="0" presId="urn:microsoft.com/office/officeart/2018/2/layout/IconVerticalSolidList"/>
    <dgm:cxn modelId="{3FA4B608-F363-44E3-B478-135010D99221}" type="presParOf" srcId="{6A5A24B4-7E0B-48F0-A878-913FA830C892}" destId="{909B59B9-E1E1-4B33-AFE5-5125ABCCED5B}" srcOrd="0" destOrd="0" presId="urn:microsoft.com/office/officeart/2018/2/layout/IconVerticalSolidList"/>
    <dgm:cxn modelId="{A48C00FD-1210-406B-91EF-88B1EF5452AA}" type="presParOf" srcId="{6A5A24B4-7E0B-48F0-A878-913FA830C892}" destId="{931E1ACE-B80D-4543-9191-CA41E85B9A23}" srcOrd="1" destOrd="0" presId="urn:microsoft.com/office/officeart/2018/2/layout/IconVerticalSolidList"/>
    <dgm:cxn modelId="{A5C2F238-E281-4191-B188-E1CCAC1042FE}" type="presParOf" srcId="{6A5A24B4-7E0B-48F0-A878-913FA830C892}" destId="{1D03021B-58B3-4FEB-BBA8-88CDF414F7B3}" srcOrd="2" destOrd="0" presId="urn:microsoft.com/office/officeart/2018/2/layout/IconVerticalSolidList"/>
    <dgm:cxn modelId="{6B1489C6-AD67-422F-8FB9-4B3B4B57670F}" type="presParOf" srcId="{6A5A24B4-7E0B-48F0-A878-913FA830C892}" destId="{CA6DD6E3-22A7-466C-A7D1-4C8A2FEC5CC8}" srcOrd="3" destOrd="0" presId="urn:microsoft.com/office/officeart/2018/2/layout/IconVerticalSolidList"/>
    <dgm:cxn modelId="{A8D139F3-225E-4E9C-9BFC-2124803099F6}" type="presParOf" srcId="{6355A87A-D53E-45CE-87B0-C34E670BD8E8}" destId="{090E1281-F772-4EFF-B009-DC0DB7615A01}" srcOrd="3" destOrd="0" presId="urn:microsoft.com/office/officeart/2018/2/layout/IconVerticalSolidList"/>
    <dgm:cxn modelId="{B53B7CC5-BF28-47EE-8E56-7EFB3D535F61}" type="presParOf" srcId="{6355A87A-D53E-45CE-87B0-C34E670BD8E8}" destId="{E5E04F8B-7874-4EE3-A826-00F55832F8B2}" srcOrd="4" destOrd="0" presId="urn:microsoft.com/office/officeart/2018/2/layout/IconVerticalSolidList"/>
    <dgm:cxn modelId="{A15CDDE2-E078-4D5A-B1A8-5B0699B4A758}" type="presParOf" srcId="{E5E04F8B-7874-4EE3-A826-00F55832F8B2}" destId="{9A68A01C-AB00-4946-B558-49A6BEF9A15B}" srcOrd="0" destOrd="0" presId="urn:microsoft.com/office/officeart/2018/2/layout/IconVerticalSolidList"/>
    <dgm:cxn modelId="{3B3CBDB5-59BA-4C70-9FF6-B36DE2D76311}" type="presParOf" srcId="{E5E04F8B-7874-4EE3-A826-00F55832F8B2}" destId="{D5E6DE71-6D5B-4870-9814-52B49004F5D1}" srcOrd="1" destOrd="0" presId="urn:microsoft.com/office/officeart/2018/2/layout/IconVerticalSolidList"/>
    <dgm:cxn modelId="{B5E3A2CA-570E-4AA5-8B6D-30E7ED170229}" type="presParOf" srcId="{E5E04F8B-7874-4EE3-A826-00F55832F8B2}" destId="{DB6E4ACD-0D97-4AC2-8319-FEA4129E904B}" srcOrd="2" destOrd="0" presId="urn:microsoft.com/office/officeart/2018/2/layout/IconVerticalSolidList"/>
    <dgm:cxn modelId="{F6AD6343-6B5E-45B4-812D-57F8C3A230B5}" type="presParOf" srcId="{E5E04F8B-7874-4EE3-A826-00F55832F8B2}" destId="{83FF6A1B-433D-4E8A-B86A-2F2B307AA5B6}" srcOrd="3" destOrd="0" presId="urn:microsoft.com/office/officeart/2018/2/layout/IconVerticalSolidList"/>
    <dgm:cxn modelId="{2C5CB4D3-0FD3-49E5-A04B-0EA66281B34E}" type="presParOf" srcId="{6355A87A-D53E-45CE-87B0-C34E670BD8E8}" destId="{E6823343-5E32-4ABB-8329-136453E02DEA}" srcOrd="5" destOrd="0" presId="urn:microsoft.com/office/officeart/2018/2/layout/IconVerticalSolidList"/>
    <dgm:cxn modelId="{7A3F6102-0748-4ED5-B14E-253E3E4EE5C4}" type="presParOf" srcId="{6355A87A-D53E-45CE-87B0-C34E670BD8E8}" destId="{0A42C20D-A146-4B59-BF93-C4143F7F5DFA}" srcOrd="6" destOrd="0" presId="urn:microsoft.com/office/officeart/2018/2/layout/IconVerticalSolidList"/>
    <dgm:cxn modelId="{69B2DF45-C755-4757-A145-B4ED3A0CEF33}" type="presParOf" srcId="{0A42C20D-A146-4B59-BF93-C4143F7F5DFA}" destId="{452887FF-57C2-44FB-A682-2D8487D762F1}" srcOrd="0" destOrd="0" presId="urn:microsoft.com/office/officeart/2018/2/layout/IconVerticalSolidList"/>
    <dgm:cxn modelId="{681B9A90-9FA6-485B-8DBA-BEDEA5966401}" type="presParOf" srcId="{0A42C20D-A146-4B59-BF93-C4143F7F5DFA}" destId="{B1F2B435-0C5D-4450-94A1-739D177C648D}" srcOrd="1" destOrd="0" presId="urn:microsoft.com/office/officeart/2018/2/layout/IconVerticalSolidList"/>
    <dgm:cxn modelId="{7B5E6CF8-F287-4B95-8ACC-7FFE0D06FD57}" type="presParOf" srcId="{0A42C20D-A146-4B59-BF93-C4143F7F5DFA}" destId="{ECD4449D-A354-42A5-B436-464F72DD3AD9}" srcOrd="2" destOrd="0" presId="urn:microsoft.com/office/officeart/2018/2/layout/IconVerticalSolidList"/>
    <dgm:cxn modelId="{4C75EF99-D0E8-434D-B6BA-E195A422D5DD}" type="presParOf" srcId="{0A42C20D-A146-4B59-BF93-C4143F7F5DFA}" destId="{916CFA9C-5154-447D-A8DC-100C1EB62A4F}" srcOrd="3" destOrd="0" presId="urn:microsoft.com/office/officeart/2018/2/layout/IconVerticalSolidList"/>
    <dgm:cxn modelId="{A6D6ED94-8750-40C9-8229-343788C18590}" type="presParOf" srcId="{6355A87A-D53E-45CE-87B0-C34E670BD8E8}" destId="{F3978E27-EE63-45BC-A5E2-59CE0CFE5B52}" srcOrd="7" destOrd="0" presId="urn:microsoft.com/office/officeart/2018/2/layout/IconVerticalSolidList"/>
    <dgm:cxn modelId="{C033F688-3ECD-4F19-BA73-BD4E2C7289F2}" type="presParOf" srcId="{6355A87A-D53E-45CE-87B0-C34E670BD8E8}" destId="{FBF32DB1-633A-427A-9F9D-06D9782AD12E}" srcOrd="8" destOrd="0" presId="urn:microsoft.com/office/officeart/2018/2/layout/IconVerticalSolidList"/>
    <dgm:cxn modelId="{D71BE5D1-019D-4403-972A-7125B7778A71}" type="presParOf" srcId="{FBF32DB1-633A-427A-9F9D-06D9782AD12E}" destId="{4D8DEA2E-B6CF-4586-A5B7-4AA363D9059F}" srcOrd="0" destOrd="0" presId="urn:microsoft.com/office/officeart/2018/2/layout/IconVerticalSolidList"/>
    <dgm:cxn modelId="{85804C1F-2CF8-41EA-9284-9878928DF4DA}" type="presParOf" srcId="{FBF32DB1-633A-427A-9F9D-06D9782AD12E}" destId="{CF8077F8-6F03-4996-B0E0-CA8A5A301AB3}" srcOrd="1" destOrd="0" presId="urn:microsoft.com/office/officeart/2018/2/layout/IconVerticalSolidList"/>
    <dgm:cxn modelId="{FF557C8C-8848-48F9-A722-542C1DE0D603}" type="presParOf" srcId="{FBF32DB1-633A-427A-9F9D-06D9782AD12E}" destId="{97A20B26-FBD2-47DB-88A8-BFFA9F1FD433}" srcOrd="2" destOrd="0" presId="urn:microsoft.com/office/officeart/2018/2/layout/IconVerticalSolidList"/>
    <dgm:cxn modelId="{EB1CFF42-A833-4C7C-AD0B-C00289E4C8FC}" type="presParOf" srcId="{FBF32DB1-633A-427A-9F9D-06D9782AD12E}" destId="{ECE281C3-A03C-4016-A4C3-102D2C7C13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3C733FD-4553-4B5B-A69C-0BC28C7D397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3BB993A-0A11-414B-BE0F-6336711DFA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000000"/>
              </a:solidFill>
              <a:latin typeface="Aptos"/>
              <a:ea typeface="Calibri"/>
              <a:cs typeface="Calibri"/>
            </a:rPr>
            <a:t>Developed test plan for complete subsystem having a common PHY for XPCS ports, Display port and USB 3.2 controller. Prioritized individual. system's features, various PHY modes and </a:t>
          </a:r>
          <a:r>
            <a:rPr lang="en-US" dirty="0">
              <a:solidFill>
                <a:srgbClr val="000000"/>
              </a:solidFill>
              <a:latin typeface="Aptos"/>
              <a:cs typeface="Arial"/>
            </a:rPr>
            <a:t>configuration. </a:t>
          </a:r>
          <a:endParaRPr lang="en-US" dirty="0"/>
        </a:p>
      </dgm:t>
    </dgm:pt>
    <dgm:pt modelId="{D8AC68A6-BBA3-4C10-8554-0658B641DCA1}" type="parTrans" cxnId="{068E0C27-C4B2-413E-A750-BD8D9B22706C}">
      <dgm:prSet/>
      <dgm:spPr/>
      <dgm:t>
        <a:bodyPr/>
        <a:lstStyle/>
        <a:p>
          <a:endParaRPr lang="en-US"/>
        </a:p>
      </dgm:t>
    </dgm:pt>
    <dgm:pt modelId="{710AD86E-72F1-4242-B4C4-99702F4F7BAA}" type="sibTrans" cxnId="{068E0C27-C4B2-413E-A750-BD8D9B22706C}">
      <dgm:prSet/>
      <dgm:spPr/>
      <dgm:t>
        <a:bodyPr/>
        <a:lstStyle/>
        <a:p>
          <a:endParaRPr lang="en-US"/>
        </a:p>
      </dgm:t>
    </dgm:pt>
    <dgm:pt modelId="{45A383F7-2D89-45E3-85C1-F2A57911589A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>
              <a:solidFill>
                <a:srgbClr val="000000"/>
              </a:solidFill>
              <a:latin typeface="Aptos"/>
              <a:ea typeface="Calibri"/>
              <a:cs typeface="Calibri"/>
            </a:rPr>
            <a:t>Developed design and verification testbench manifest files</a:t>
          </a:r>
          <a:r>
            <a:rPr lang="en-US" dirty="0">
              <a:solidFill>
                <a:srgbClr val="000000"/>
              </a:solidFill>
              <a:latin typeface="Aptos"/>
              <a:cs typeface="Arial"/>
            </a:rPr>
            <a:t>.  </a:t>
          </a:r>
          <a:endParaRPr lang="en-US" dirty="0">
            <a:solidFill>
              <a:srgbClr val="000000"/>
            </a:solidFill>
            <a:latin typeface="Grandview Display"/>
          </a:endParaRPr>
        </a:p>
      </dgm:t>
    </dgm:pt>
    <dgm:pt modelId="{46A41695-9593-46AC-AA9B-D894F38049BE}" type="parTrans" cxnId="{5BEEFC09-AAD3-4583-B764-21A21840104E}">
      <dgm:prSet/>
      <dgm:spPr/>
      <dgm:t>
        <a:bodyPr/>
        <a:lstStyle/>
        <a:p>
          <a:endParaRPr lang="en-US"/>
        </a:p>
      </dgm:t>
    </dgm:pt>
    <dgm:pt modelId="{89224F55-5486-447E-96FA-9EE99DE78766}" type="sibTrans" cxnId="{5BEEFC09-AAD3-4583-B764-21A21840104E}">
      <dgm:prSet/>
      <dgm:spPr/>
      <dgm:t>
        <a:bodyPr/>
        <a:lstStyle/>
        <a:p>
          <a:endParaRPr lang="en-US"/>
        </a:p>
      </dgm:t>
    </dgm:pt>
    <dgm:pt modelId="{BF727334-A0DD-45D7-A549-7D3A01F0DF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000000"/>
              </a:solidFill>
              <a:latin typeface="Aptos"/>
              <a:ea typeface="Calibri"/>
              <a:cs typeface="Calibri"/>
            </a:rPr>
            <a:t>Developed testbench top, environments files integrating USB, DP and XPCS agents with reuse from block level testbench</a:t>
          </a:r>
          <a:r>
            <a:rPr lang="en-US" dirty="0">
              <a:solidFill>
                <a:srgbClr val="000000"/>
              </a:solidFill>
              <a:latin typeface="Aptos"/>
              <a:cs typeface="Arial"/>
            </a:rPr>
            <a:t>. </a:t>
          </a:r>
          <a:endParaRPr lang="en-US" dirty="0">
            <a:solidFill>
              <a:srgbClr val="000000"/>
            </a:solidFill>
            <a:latin typeface="Aptos"/>
          </a:endParaRPr>
        </a:p>
      </dgm:t>
    </dgm:pt>
    <dgm:pt modelId="{438719ED-F17E-4116-91E8-03B023892264}" type="parTrans" cxnId="{68176232-FB1E-4A43-99A0-2B0B62B6B94A}">
      <dgm:prSet/>
      <dgm:spPr/>
      <dgm:t>
        <a:bodyPr/>
        <a:lstStyle/>
        <a:p>
          <a:endParaRPr lang="en-US"/>
        </a:p>
      </dgm:t>
    </dgm:pt>
    <dgm:pt modelId="{F126C208-E0BC-4ADE-9F83-728100B20C4A}" type="sibTrans" cxnId="{68176232-FB1E-4A43-99A0-2B0B62B6B94A}">
      <dgm:prSet/>
      <dgm:spPr/>
      <dgm:t>
        <a:bodyPr/>
        <a:lstStyle/>
        <a:p>
          <a:endParaRPr lang="en-US"/>
        </a:p>
      </dgm:t>
    </dgm:pt>
    <dgm:pt modelId="{F52206BE-360F-4A74-8B99-4DC0170ACC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000000"/>
              </a:solidFill>
              <a:latin typeface="Aptos"/>
              <a:ea typeface="Calibri"/>
              <a:cs typeface="Calibri"/>
            </a:rPr>
            <a:t>Technically managed the team of 6 people for project</a:t>
          </a:r>
          <a:r>
            <a:rPr lang="en-US" dirty="0">
              <a:solidFill>
                <a:srgbClr val="000000"/>
              </a:solidFill>
              <a:latin typeface="Aptos"/>
              <a:cs typeface="Arial"/>
            </a:rPr>
            <a:t>. </a:t>
          </a:r>
          <a:endParaRPr lang="en-US" dirty="0">
            <a:solidFill>
              <a:srgbClr val="000000"/>
            </a:solidFill>
            <a:latin typeface="Aptos"/>
          </a:endParaRPr>
        </a:p>
      </dgm:t>
    </dgm:pt>
    <dgm:pt modelId="{442490B4-F57A-424A-A841-7355CFBEF093}" type="parTrans" cxnId="{FF775B2E-8327-499E-A893-AA04536C99E2}">
      <dgm:prSet/>
      <dgm:spPr/>
      <dgm:t>
        <a:bodyPr/>
        <a:lstStyle/>
        <a:p>
          <a:endParaRPr lang="en-US"/>
        </a:p>
      </dgm:t>
    </dgm:pt>
    <dgm:pt modelId="{2C701509-070C-4130-A91C-63F146DBA6D8}" type="sibTrans" cxnId="{FF775B2E-8327-499E-A893-AA04536C99E2}">
      <dgm:prSet/>
      <dgm:spPr/>
      <dgm:t>
        <a:bodyPr/>
        <a:lstStyle/>
        <a:p>
          <a:endParaRPr lang="en-US"/>
        </a:p>
      </dgm:t>
    </dgm:pt>
    <dgm:pt modelId="{35B187EA-8F2C-425A-A509-9D80B7499F7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tos"/>
              <a:ea typeface="Calibri"/>
              <a:cs typeface="Calibri"/>
            </a:rPr>
            <a:t>Client</a:t>
          </a:r>
          <a:r>
            <a:rPr lang="en-US" dirty="0">
              <a:solidFill>
                <a:srgbClr val="000000"/>
              </a:solidFill>
              <a:latin typeface="Aptos"/>
              <a:ea typeface="Calibri"/>
              <a:cs typeface="Calibri"/>
            </a:rPr>
            <a:t> Face, progress updates, Resolving team issues, support o team, scope updates. </a:t>
          </a:r>
          <a:endParaRPr lang="en-US" dirty="0">
            <a:latin typeface="Aptos"/>
            <a:ea typeface="Calibri"/>
            <a:cs typeface="Arial"/>
          </a:endParaRPr>
        </a:p>
      </dgm:t>
    </dgm:pt>
    <dgm:pt modelId="{9FA76F50-423F-404C-87EC-6E1EE933EAE7}" type="parTrans" cxnId="{CBF9CC2E-CD38-42D1-8167-C25B0A3A9374}">
      <dgm:prSet/>
      <dgm:spPr/>
    </dgm:pt>
    <dgm:pt modelId="{553678AA-94CB-47E6-A3B1-89A8EAC1B5AC}" type="sibTrans" cxnId="{CBF9CC2E-CD38-42D1-8167-C25B0A3A9374}">
      <dgm:prSet/>
      <dgm:spPr/>
    </dgm:pt>
    <dgm:pt modelId="{6355A87A-D53E-45CE-87B0-C34E670BD8E8}" type="pres">
      <dgm:prSet presAssocID="{E3C733FD-4553-4B5B-A69C-0BC28C7D3971}" presName="root" presStyleCnt="0">
        <dgm:presLayoutVars>
          <dgm:dir/>
          <dgm:resizeHandles val="exact"/>
        </dgm:presLayoutVars>
      </dgm:prSet>
      <dgm:spPr/>
    </dgm:pt>
    <dgm:pt modelId="{8A9310F1-F4B5-4015-B577-564466148E15}" type="pres">
      <dgm:prSet presAssocID="{83BB993A-0A11-414B-BE0F-6336711DFABB}" presName="compNode" presStyleCnt="0"/>
      <dgm:spPr/>
    </dgm:pt>
    <dgm:pt modelId="{AA3175D3-E7C8-4607-BDE6-7B5D0E9C9F5A}" type="pres">
      <dgm:prSet presAssocID="{83BB993A-0A11-414B-BE0F-6336711DFABB}" presName="bgRect" presStyleLbl="bgShp" presStyleIdx="0" presStyleCnt="5"/>
      <dgm:spPr/>
    </dgm:pt>
    <dgm:pt modelId="{67C8B8F4-29FF-4007-B292-335CF22B1F61}" type="pres">
      <dgm:prSet presAssocID="{83BB993A-0A11-414B-BE0F-6336711DFAB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1F50F9C-3FCD-4761-ABC6-0A64942708FB}" type="pres">
      <dgm:prSet presAssocID="{83BB993A-0A11-414B-BE0F-6336711DFABB}" presName="spaceRect" presStyleCnt="0"/>
      <dgm:spPr/>
    </dgm:pt>
    <dgm:pt modelId="{6B47D69B-3C45-4716-8323-9CA431BB7E92}" type="pres">
      <dgm:prSet presAssocID="{83BB993A-0A11-414B-BE0F-6336711DFABB}" presName="parTx" presStyleLbl="revTx" presStyleIdx="0" presStyleCnt="5">
        <dgm:presLayoutVars>
          <dgm:chMax val="0"/>
          <dgm:chPref val="0"/>
        </dgm:presLayoutVars>
      </dgm:prSet>
      <dgm:spPr/>
    </dgm:pt>
    <dgm:pt modelId="{C2171651-1A21-4315-9DD1-29B9C1B537A6}" type="pres">
      <dgm:prSet presAssocID="{710AD86E-72F1-4242-B4C4-99702F4F7BAA}" presName="sibTrans" presStyleCnt="0"/>
      <dgm:spPr/>
    </dgm:pt>
    <dgm:pt modelId="{6A5A24B4-7E0B-48F0-A878-913FA830C892}" type="pres">
      <dgm:prSet presAssocID="{45A383F7-2D89-45E3-85C1-F2A57911589A}" presName="compNode" presStyleCnt="0"/>
      <dgm:spPr/>
    </dgm:pt>
    <dgm:pt modelId="{909B59B9-E1E1-4B33-AFE5-5125ABCCED5B}" type="pres">
      <dgm:prSet presAssocID="{45A383F7-2D89-45E3-85C1-F2A57911589A}" presName="bgRect" presStyleLbl="bgShp" presStyleIdx="1" presStyleCnt="5"/>
      <dgm:spPr/>
    </dgm:pt>
    <dgm:pt modelId="{931E1ACE-B80D-4543-9191-CA41E85B9A23}" type="pres">
      <dgm:prSet presAssocID="{45A383F7-2D89-45E3-85C1-F2A57911589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1D03021B-58B3-4FEB-BBA8-88CDF414F7B3}" type="pres">
      <dgm:prSet presAssocID="{45A383F7-2D89-45E3-85C1-F2A57911589A}" presName="spaceRect" presStyleCnt="0"/>
      <dgm:spPr/>
    </dgm:pt>
    <dgm:pt modelId="{CA6DD6E3-22A7-466C-A7D1-4C8A2FEC5CC8}" type="pres">
      <dgm:prSet presAssocID="{45A383F7-2D89-45E3-85C1-F2A57911589A}" presName="parTx" presStyleLbl="revTx" presStyleIdx="1" presStyleCnt="5">
        <dgm:presLayoutVars>
          <dgm:chMax val="0"/>
          <dgm:chPref val="0"/>
        </dgm:presLayoutVars>
      </dgm:prSet>
      <dgm:spPr/>
    </dgm:pt>
    <dgm:pt modelId="{090E1281-F772-4EFF-B009-DC0DB7615A01}" type="pres">
      <dgm:prSet presAssocID="{89224F55-5486-447E-96FA-9EE99DE78766}" presName="sibTrans" presStyleCnt="0"/>
      <dgm:spPr/>
    </dgm:pt>
    <dgm:pt modelId="{E5E04F8B-7874-4EE3-A826-00F55832F8B2}" type="pres">
      <dgm:prSet presAssocID="{BF727334-A0DD-45D7-A549-7D3A01F0DF37}" presName="compNode" presStyleCnt="0"/>
      <dgm:spPr/>
    </dgm:pt>
    <dgm:pt modelId="{9A68A01C-AB00-4946-B558-49A6BEF9A15B}" type="pres">
      <dgm:prSet presAssocID="{BF727334-A0DD-45D7-A549-7D3A01F0DF37}" presName="bgRect" presStyleLbl="bgShp" presStyleIdx="2" presStyleCnt="5"/>
      <dgm:spPr/>
    </dgm:pt>
    <dgm:pt modelId="{D5E6DE71-6D5B-4870-9814-52B49004F5D1}" type="pres">
      <dgm:prSet presAssocID="{BF727334-A0DD-45D7-A549-7D3A01F0DF37}" presName="iconRect" presStyleLbl="node1" presStyleIdx="2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B6E4ACD-0D97-4AC2-8319-FEA4129E904B}" type="pres">
      <dgm:prSet presAssocID="{BF727334-A0DD-45D7-A549-7D3A01F0DF37}" presName="spaceRect" presStyleCnt="0"/>
      <dgm:spPr/>
    </dgm:pt>
    <dgm:pt modelId="{83FF6A1B-433D-4E8A-B86A-2F2B307AA5B6}" type="pres">
      <dgm:prSet presAssocID="{BF727334-A0DD-45D7-A549-7D3A01F0DF37}" presName="parTx" presStyleLbl="revTx" presStyleIdx="2" presStyleCnt="5">
        <dgm:presLayoutVars>
          <dgm:chMax val="0"/>
          <dgm:chPref val="0"/>
        </dgm:presLayoutVars>
      </dgm:prSet>
      <dgm:spPr/>
    </dgm:pt>
    <dgm:pt modelId="{E6823343-5E32-4ABB-8329-136453E02DEA}" type="pres">
      <dgm:prSet presAssocID="{F126C208-E0BC-4ADE-9F83-728100B20C4A}" presName="sibTrans" presStyleCnt="0"/>
      <dgm:spPr/>
    </dgm:pt>
    <dgm:pt modelId="{0A42C20D-A146-4B59-BF93-C4143F7F5DFA}" type="pres">
      <dgm:prSet presAssocID="{F52206BE-360F-4A74-8B99-4DC0170ACC08}" presName="compNode" presStyleCnt="0"/>
      <dgm:spPr/>
    </dgm:pt>
    <dgm:pt modelId="{452887FF-57C2-44FB-A682-2D8487D762F1}" type="pres">
      <dgm:prSet presAssocID="{F52206BE-360F-4A74-8B99-4DC0170ACC08}" presName="bgRect" presStyleLbl="bgShp" presStyleIdx="3" presStyleCnt="5"/>
      <dgm:spPr/>
    </dgm:pt>
    <dgm:pt modelId="{B1F2B435-0C5D-4450-94A1-739D177C648D}" type="pres">
      <dgm:prSet presAssocID="{F52206BE-360F-4A74-8B99-4DC0170ACC08}" presName="iconRect" presStyleLbl="node1" presStyleIdx="3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CD4449D-A354-42A5-B436-464F72DD3AD9}" type="pres">
      <dgm:prSet presAssocID="{F52206BE-360F-4A74-8B99-4DC0170ACC08}" presName="spaceRect" presStyleCnt="0"/>
      <dgm:spPr/>
    </dgm:pt>
    <dgm:pt modelId="{916CFA9C-5154-447D-A8DC-100C1EB62A4F}" type="pres">
      <dgm:prSet presAssocID="{F52206BE-360F-4A74-8B99-4DC0170ACC08}" presName="parTx" presStyleLbl="revTx" presStyleIdx="3" presStyleCnt="5">
        <dgm:presLayoutVars>
          <dgm:chMax val="0"/>
          <dgm:chPref val="0"/>
        </dgm:presLayoutVars>
      </dgm:prSet>
      <dgm:spPr/>
    </dgm:pt>
    <dgm:pt modelId="{F3978E27-EE63-45BC-A5E2-59CE0CFE5B52}" type="pres">
      <dgm:prSet presAssocID="{2C701509-070C-4130-A91C-63F146DBA6D8}" presName="sibTrans" presStyleCnt="0"/>
      <dgm:spPr/>
    </dgm:pt>
    <dgm:pt modelId="{FBF32DB1-633A-427A-9F9D-06D9782AD12E}" type="pres">
      <dgm:prSet presAssocID="{35B187EA-8F2C-425A-A509-9D80B7499F71}" presName="compNode" presStyleCnt="0"/>
      <dgm:spPr/>
    </dgm:pt>
    <dgm:pt modelId="{4D8DEA2E-B6CF-4586-A5B7-4AA363D9059F}" type="pres">
      <dgm:prSet presAssocID="{35B187EA-8F2C-425A-A509-9D80B7499F71}" presName="bgRect" presStyleLbl="bgShp" presStyleIdx="4" presStyleCnt="5"/>
      <dgm:spPr/>
    </dgm:pt>
    <dgm:pt modelId="{CF8077F8-6F03-4996-B0E0-CA8A5A301AB3}" type="pres">
      <dgm:prSet presAssocID="{35B187EA-8F2C-425A-A509-9D80B7499F71}" presName="iconRect" presStyleLbl="node1" presStyleIdx="4" presStyleCnt="5"/>
      <dgm:spPr/>
    </dgm:pt>
    <dgm:pt modelId="{97A20B26-FBD2-47DB-88A8-BFFA9F1FD433}" type="pres">
      <dgm:prSet presAssocID="{35B187EA-8F2C-425A-A509-9D80B7499F71}" presName="spaceRect" presStyleCnt="0"/>
      <dgm:spPr/>
    </dgm:pt>
    <dgm:pt modelId="{ECE281C3-A03C-4016-A4C3-102D2C7C13A4}" type="pres">
      <dgm:prSet presAssocID="{35B187EA-8F2C-425A-A509-9D80B7499F7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D562002-91EE-4F00-9DA5-99F6D5160EED}" type="presOf" srcId="{45A383F7-2D89-45E3-85C1-F2A57911589A}" destId="{CA6DD6E3-22A7-466C-A7D1-4C8A2FEC5CC8}" srcOrd="0" destOrd="0" presId="urn:microsoft.com/office/officeart/2018/2/layout/IconVerticalSolidList"/>
    <dgm:cxn modelId="{5BEEFC09-AAD3-4583-B764-21A21840104E}" srcId="{E3C733FD-4553-4B5B-A69C-0BC28C7D3971}" destId="{45A383F7-2D89-45E3-85C1-F2A57911589A}" srcOrd="1" destOrd="0" parTransId="{46A41695-9593-46AC-AA9B-D894F38049BE}" sibTransId="{89224F55-5486-447E-96FA-9EE99DE78766}"/>
    <dgm:cxn modelId="{068E0C27-C4B2-413E-A750-BD8D9B22706C}" srcId="{E3C733FD-4553-4B5B-A69C-0BC28C7D3971}" destId="{83BB993A-0A11-414B-BE0F-6336711DFABB}" srcOrd="0" destOrd="0" parTransId="{D8AC68A6-BBA3-4C10-8554-0658B641DCA1}" sibTransId="{710AD86E-72F1-4242-B4C4-99702F4F7BAA}"/>
    <dgm:cxn modelId="{FF775B2E-8327-499E-A893-AA04536C99E2}" srcId="{E3C733FD-4553-4B5B-A69C-0BC28C7D3971}" destId="{F52206BE-360F-4A74-8B99-4DC0170ACC08}" srcOrd="3" destOrd="0" parTransId="{442490B4-F57A-424A-A841-7355CFBEF093}" sibTransId="{2C701509-070C-4130-A91C-63F146DBA6D8}"/>
    <dgm:cxn modelId="{CBF9CC2E-CD38-42D1-8167-C25B0A3A9374}" srcId="{E3C733FD-4553-4B5B-A69C-0BC28C7D3971}" destId="{35B187EA-8F2C-425A-A509-9D80B7499F71}" srcOrd="4" destOrd="0" parTransId="{9FA76F50-423F-404C-87EC-6E1EE933EAE7}" sibTransId="{553678AA-94CB-47E6-A3B1-89A8EAC1B5AC}"/>
    <dgm:cxn modelId="{68176232-FB1E-4A43-99A0-2B0B62B6B94A}" srcId="{E3C733FD-4553-4B5B-A69C-0BC28C7D3971}" destId="{BF727334-A0DD-45D7-A549-7D3A01F0DF37}" srcOrd="2" destOrd="0" parTransId="{438719ED-F17E-4116-91E8-03B023892264}" sibTransId="{F126C208-E0BC-4ADE-9F83-728100B20C4A}"/>
    <dgm:cxn modelId="{BFC29E35-EC1E-414E-8BAB-68DB2C2A6B4A}" type="presOf" srcId="{F52206BE-360F-4A74-8B99-4DC0170ACC08}" destId="{916CFA9C-5154-447D-A8DC-100C1EB62A4F}" srcOrd="0" destOrd="0" presId="urn:microsoft.com/office/officeart/2018/2/layout/IconVerticalSolidList"/>
    <dgm:cxn modelId="{FF57103D-391F-4C0E-8A91-379CCBA35C2C}" type="presOf" srcId="{83BB993A-0A11-414B-BE0F-6336711DFABB}" destId="{6B47D69B-3C45-4716-8323-9CA431BB7E92}" srcOrd="0" destOrd="0" presId="urn:microsoft.com/office/officeart/2018/2/layout/IconVerticalSolidList"/>
    <dgm:cxn modelId="{C6783B63-FAB1-4423-9F97-5EB8C8BC3737}" type="presOf" srcId="{BF727334-A0DD-45D7-A549-7D3A01F0DF37}" destId="{83FF6A1B-433D-4E8A-B86A-2F2B307AA5B6}" srcOrd="0" destOrd="0" presId="urn:microsoft.com/office/officeart/2018/2/layout/IconVerticalSolidList"/>
    <dgm:cxn modelId="{6C986577-B32A-4F72-B320-8CC9CB15883E}" type="presOf" srcId="{35B187EA-8F2C-425A-A509-9D80B7499F71}" destId="{ECE281C3-A03C-4016-A4C3-102D2C7C13A4}" srcOrd="0" destOrd="0" presId="urn:microsoft.com/office/officeart/2018/2/layout/IconVerticalSolidList"/>
    <dgm:cxn modelId="{51136981-A0F8-4340-92DF-97DFADF6956B}" type="presOf" srcId="{E3C733FD-4553-4B5B-A69C-0BC28C7D3971}" destId="{6355A87A-D53E-45CE-87B0-C34E670BD8E8}" srcOrd="0" destOrd="0" presId="urn:microsoft.com/office/officeart/2018/2/layout/IconVerticalSolidList"/>
    <dgm:cxn modelId="{F167C448-EAD6-4745-B875-3B0CBF8E69FF}" type="presParOf" srcId="{6355A87A-D53E-45CE-87B0-C34E670BD8E8}" destId="{8A9310F1-F4B5-4015-B577-564466148E15}" srcOrd="0" destOrd="0" presId="urn:microsoft.com/office/officeart/2018/2/layout/IconVerticalSolidList"/>
    <dgm:cxn modelId="{249B7F3C-B10D-4626-A0EB-E1E75E63E830}" type="presParOf" srcId="{8A9310F1-F4B5-4015-B577-564466148E15}" destId="{AA3175D3-E7C8-4607-BDE6-7B5D0E9C9F5A}" srcOrd="0" destOrd="0" presId="urn:microsoft.com/office/officeart/2018/2/layout/IconVerticalSolidList"/>
    <dgm:cxn modelId="{65014EE5-2146-4420-A2C8-6C4C8CDCCB26}" type="presParOf" srcId="{8A9310F1-F4B5-4015-B577-564466148E15}" destId="{67C8B8F4-29FF-4007-B292-335CF22B1F61}" srcOrd="1" destOrd="0" presId="urn:microsoft.com/office/officeart/2018/2/layout/IconVerticalSolidList"/>
    <dgm:cxn modelId="{AC1CD3AD-2BD1-4860-B15A-08250B7AEE54}" type="presParOf" srcId="{8A9310F1-F4B5-4015-B577-564466148E15}" destId="{A1F50F9C-3FCD-4761-ABC6-0A64942708FB}" srcOrd="2" destOrd="0" presId="urn:microsoft.com/office/officeart/2018/2/layout/IconVerticalSolidList"/>
    <dgm:cxn modelId="{B9AFB38A-45ED-4939-8D14-05828A176E91}" type="presParOf" srcId="{8A9310F1-F4B5-4015-B577-564466148E15}" destId="{6B47D69B-3C45-4716-8323-9CA431BB7E92}" srcOrd="3" destOrd="0" presId="urn:microsoft.com/office/officeart/2018/2/layout/IconVerticalSolidList"/>
    <dgm:cxn modelId="{904CC601-114A-43FF-988E-26E12963166F}" type="presParOf" srcId="{6355A87A-D53E-45CE-87B0-C34E670BD8E8}" destId="{C2171651-1A21-4315-9DD1-29B9C1B537A6}" srcOrd="1" destOrd="0" presId="urn:microsoft.com/office/officeart/2018/2/layout/IconVerticalSolidList"/>
    <dgm:cxn modelId="{2C30DAE2-4EFA-4DCD-A92A-D1496894BF87}" type="presParOf" srcId="{6355A87A-D53E-45CE-87B0-C34E670BD8E8}" destId="{6A5A24B4-7E0B-48F0-A878-913FA830C892}" srcOrd="2" destOrd="0" presId="urn:microsoft.com/office/officeart/2018/2/layout/IconVerticalSolidList"/>
    <dgm:cxn modelId="{3FA4B608-F363-44E3-B478-135010D99221}" type="presParOf" srcId="{6A5A24B4-7E0B-48F0-A878-913FA830C892}" destId="{909B59B9-E1E1-4B33-AFE5-5125ABCCED5B}" srcOrd="0" destOrd="0" presId="urn:microsoft.com/office/officeart/2018/2/layout/IconVerticalSolidList"/>
    <dgm:cxn modelId="{A48C00FD-1210-406B-91EF-88B1EF5452AA}" type="presParOf" srcId="{6A5A24B4-7E0B-48F0-A878-913FA830C892}" destId="{931E1ACE-B80D-4543-9191-CA41E85B9A23}" srcOrd="1" destOrd="0" presId="urn:microsoft.com/office/officeart/2018/2/layout/IconVerticalSolidList"/>
    <dgm:cxn modelId="{A5C2F238-E281-4191-B188-E1CCAC1042FE}" type="presParOf" srcId="{6A5A24B4-7E0B-48F0-A878-913FA830C892}" destId="{1D03021B-58B3-4FEB-BBA8-88CDF414F7B3}" srcOrd="2" destOrd="0" presId="urn:microsoft.com/office/officeart/2018/2/layout/IconVerticalSolidList"/>
    <dgm:cxn modelId="{6B1489C6-AD67-422F-8FB9-4B3B4B57670F}" type="presParOf" srcId="{6A5A24B4-7E0B-48F0-A878-913FA830C892}" destId="{CA6DD6E3-22A7-466C-A7D1-4C8A2FEC5CC8}" srcOrd="3" destOrd="0" presId="urn:microsoft.com/office/officeart/2018/2/layout/IconVerticalSolidList"/>
    <dgm:cxn modelId="{A8D139F3-225E-4E9C-9BFC-2124803099F6}" type="presParOf" srcId="{6355A87A-D53E-45CE-87B0-C34E670BD8E8}" destId="{090E1281-F772-4EFF-B009-DC0DB7615A01}" srcOrd="3" destOrd="0" presId="urn:microsoft.com/office/officeart/2018/2/layout/IconVerticalSolidList"/>
    <dgm:cxn modelId="{B53B7CC5-BF28-47EE-8E56-7EFB3D535F61}" type="presParOf" srcId="{6355A87A-D53E-45CE-87B0-C34E670BD8E8}" destId="{E5E04F8B-7874-4EE3-A826-00F55832F8B2}" srcOrd="4" destOrd="0" presId="urn:microsoft.com/office/officeart/2018/2/layout/IconVerticalSolidList"/>
    <dgm:cxn modelId="{A15CDDE2-E078-4D5A-B1A8-5B0699B4A758}" type="presParOf" srcId="{E5E04F8B-7874-4EE3-A826-00F55832F8B2}" destId="{9A68A01C-AB00-4946-B558-49A6BEF9A15B}" srcOrd="0" destOrd="0" presId="urn:microsoft.com/office/officeart/2018/2/layout/IconVerticalSolidList"/>
    <dgm:cxn modelId="{3B3CBDB5-59BA-4C70-9FF6-B36DE2D76311}" type="presParOf" srcId="{E5E04F8B-7874-4EE3-A826-00F55832F8B2}" destId="{D5E6DE71-6D5B-4870-9814-52B49004F5D1}" srcOrd="1" destOrd="0" presId="urn:microsoft.com/office/officeart/2018/2/layout/IconVerticalSolidList"/>
    <dgm:cxn modelId="{B5E3A2CA-570E-4AA5-8B6D-30E7ED170229}" type="presParOf" srcId="{E5E04F8B-7874-4EE3-A826-00F55832F8B2}" destId="{DB6E4ACD-0D97-4AC2-8319-FEA4129E904B}" srcOrd="2" destOrd="0" presId="urn:microsoft.com/office/officeart/2018/2/layout/IconVerticalSolidList"/>
    <dgm:cxn modelId="{F6AD6343-6B5E-45B4-812D-57F8C3A230B5}" type="presParOf" srcId="{E5E04F8B-7874-4EE3-A826-00F55832F8B2}" destId="{83FF6A1B-433D-4E8A-B86A-2F2B307AA5B6}" srcOrd="3" destOrd="0" presId="urn:microsoft.com/office/officeart/2018/2/layout/IconVerticalSolidList"/>
    <dgm:cxn modelId="{2C5CB4D3-0FD3-49E5-A04B-0EA66281B34E}" type="presParOf" srcId="{6355A87A-D53E-45CE-87B0-C34E670BD8E8}" destId="{E6823343-5E32-4ABB-8329-136453E02DEA}" srcOrd="5" destOrd="0" presId="urn:microsoft.com/office/officeart/2018/2/layout/IconVerticalSolidList"/>
    <dgm:cxn modelId="{7A3F6102-0748-4ED5-B14E-253E3E4EE5C4}" type="presParOf" srcId="{6355A87A-D53E-45CE-87B0-C34E670BD8E8}" destId="{0A42C20D-A146-4B59-BF93-C4143F7F5DFA}" srcOrd="6" destOrd="0" presId="urn:microsoft.com/office/officeart/2018/2/layout/IconVerticalSolidList"/>
    <dgm:cxn modelId="{69B2DF45-C755-4757-A145-B4ED3A0CEF33}" type="presParOf" srcId="{0A42C20D-A146-4B59-BF93-C4143F7F5DFA}" destId="{452887FF-57C2-44FB-A682-2D8487D762F1}" srcOrd="0" destOrd="0" presId="urn:microsoft.com/office/officeart/2018/2/layout/IconVerticalSolidList"/>
    <dgm:cxn modelId="{681B9A90-9FA6-485B-8DBA-BEDEA5966401}" type="presParOf" srcId="{0A42C20D-A146-4B59-BF93-C4143F7F5DFA}" destId="{B1F2B435-0C5D-4450-94A1-739D177C648D}" srcOrd="1" destOrd="0" presId="urn:microsoft.com/office/officeart/2018/2/layout/IconVerticalSolidList"/>
    <dgm:cxn modelId="{7B5E6CF8-F287-4B95-8ACC-7FFE0D06FD57}" type="presParOf" srcId="{0A42C20D-A146-4B59-BF93-C4143F7F5DFA}" destId="{ECD4449D-A354-42A5-B436-464F72DD3AD9}" srcOrd="2" destOrd="0" presId="urn:microsoft.com/office/officeart/2018/2/layout/IconVerticalSolidList"/>
    <dgm:cxn modelId="{4C75EF99-D0E8-434D-B6BA-E195A422D5DD}" type="presParOf" srcId="{0A42C20D-A146-4B59-BF93-C4143F7F5DFA}" destId="{916CFA9C-5154-447D-A8DC-100C1EB62A4F}" srcOrd="3" destOrd="0" presId="urn:microsoft.com/office/officeart/2018/2/layout/IconVerticalSolidList"/>
    <dgm:cxn modelId="{A6D6ED94-8750-40C9-8229-343788C18590}" type="presParOf" srcId="{6355A87A-D53E-45CE-87B0-C34E670BD8E8}" destId="{F3978E27-EE63-45BC-A5E2-59CE0CFE5B52}" srcOrd="7" destOrd="0" presId="urn:microsoft.com/office/officeart/2018/2/layout/IconVerticalSolidList"/>
    <dgm:cxn modelId="{C033F688-3ECD-4F19-BA73-BD4E2C7289F2}" type="presParOf" srcId="{6355A87A-D53E-45CE-87B0-C34E670BD8E8}" destId="{FBF32DB1-633A-427A-9F9D-06D9782AD12E}" srcOrd="8" destOrd="0" presId="urn:microsoft.com/office/officeart/2018/2/layout/IconVerticalSolidList"/>
    <dgm:cxn modelId="{D71BE5D1-019D-4403-972A-7125B7778A71}" type="presParOf" srcId="{FBF32DB1-633A-427A-9F9D-06D9782AD12E}" destId="{4D8DEA2E-B6CF-4586-A5B7-4AA363D9059F}" srcOrd="0" destOrd="0" presId="urn:microsoft.com/office/officeart/2018/2/layout/IconVerticalSolidList"/>
    <dgm:cxn modelId="{85804C1F-2CF8-41EA-9284-9878928DF4DA}" type="presParOf" srcId="{FBF32DB1-633A-427A-9F9D-06D9782AD12E}" destId="{CF8077F8-6F03-4996-B0E0-CA8A5A301AB3}" srcOrd="1" destOrd="0" presId="urn:microsoft.com/office/officeart/2018/2/layout/IconVerticalSolidList"/>
    <dgm:cxn modelId="{FF557C8C-8848-48F9-A722-542C1DE0D603}" type="presParOf" srcId="{FBF32DB1-633A-427A-9F9D-06D9782AD12E}" destId="{97A20B26-FBD2-47DB-88A8-BFFA9F1FD433}" srcOrd="2" destOrd="0" presId="urn:microsoft.com/office/officeart/2018/2/layout/IconVerticalSolidList"/>
    <dgm:cxn modelId="{EB1CFF42-A833-4C7C-AD0B-C00289E4C8FC}" type="presParOf" srcId="{FBF32DB1-633A-427A-9F9D-06D9782AD12E}" destId="{ECE281C3-A03C-4016-A4C3-102D2C7C13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3175D3-E7C8-4607-BDE6-7B5D0E9C9F5A}">
      <dsp:nvSpPr>
        <dsp:cNvPr id="0" name=""/>
        <dsp:cNvSpPr/>
      </dsp:nvSpPr>
      <dsp:spPr>
        <a:xfrm>
          <a:off x="0" y="4931"/>
          <a:ext cx="7975081" cy="1050442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C8B8F4-29FF-4007-B292-335CF22B1F61}">
      <dsp:nvSpPr>
        <dsp:cNvPr id="0" name=""/>
        <dsp:cNvSpPr/>
      </dsp:nvSpPr>
      <dsp:spPr>
        <a:xfrm>
          <a:off x="317758" y="241281"/>
          <a:ext cx="577743" cy="577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7D69B-3C45-4716-8323-9CA431BB7E92}">
      <dsp:nvSpPr>
        <dsp:cNvPr id="0" name=""/>
        <dsp:cNvSpPr/>
      </dsp:nvSpPr>
      <dsp:spPr>
        <a:xfrm>
          <a:off x="1213261" y="4931"/>
          <a:ext cx="6761819" cy="1050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72" tIns="111172" rIns="111172" bIns="111172" numCol="1" spcCol="1270" anchor="ctr" anchorCtr="0">
          <a:noAutofit/>
        </a:bodyPr>
        <a:lstStyle/>
        <a:p>
          <a:pPr marL="0" lvl="0" indent="0" algn="l" defTabSz="7556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20 years of </a:t>
          </a:r>
          <a:r>
            <a:rPr lang="en-US" sz="1700" kern="1200" dirty="0" err="1">
              <a:latin typeface="Calibri"/>
              <a:ea typeface="Calibri"/>
              <a:cs typeface="Calibri"/>
            </a:rPr>
            <a:t>experince</a:t>
          </a:r>
          <a:r>
            <a:rPr lang="en-US" sz="1700" kern="1200" dirty="0">
              <a:latin typeface="Calibri"/>
              <a:ea typeface="Calibri"/>
              <a:cs typeface="Calibri"/>
            </a:rPr>
            <a:t> in Design Verification (DV)</a:t>
          </a:r>
          <a:r>
            <a:rPr lang="en-US" sz="17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  SV/UVM/ASIC/IP/SOC .</a:t>
          </a:r>
          <a:endParaRPr lang="en-US" sz="1700" kern="1200" dirty="0">
            <a:solidFill>
              <a:srgbClr val="000000"/>
            </a:solidFill>
            <a:latin typeface="Calibri"/>
            <a:ea typeface="Calibri"/>
            <a:cs typeface="Arial"/>
          </a:endParaRPr>
        </a:p>
      </dsp:txBody>
      <dsp:txXfrm>
        <a:off x="1213261" y="4931"/>
        <a:ext cx="6761819" cy="1050442"/>
      </dsp:txXfrm>
    </dsp:sp>
    <dsp:sp modelId="{BEB83B12-AFB4-4262-9A79-4F326E9D9D36}">
      <dsp:nvSpPr>
        <dsp:cNvPr id="0" name=""/>
        <dsp:cNvSpPr/>
      </dsp:nvSpPr>
      <dsp:spPr>
        <a:xfrm>
          <a:off x="0" y="1317984"/>
          <a:ext cx="7975081" cy="1050442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6F03A2-F352-4558-AFAA-CC48F4B5C986}">
      <dsp:nvSpPr>
        <dsp:cNvPr id="0" name=""/>
        <dsp:cNvSpPr/>
      </dsp:nvSpPr>
      <dsp:spPr>
        <a:xfrm>
          <a:off x="317758" y="1554334"/>
          <a:ext cx="577743" cy="5777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903EAD-D2CE-4CCE-8291-C26EA0E1A5C2}">
      <dsp:nvSpPr>
        <dsp:cNvPr id="0" name=""/>
        <dsp:cNvSpPr/>
      </dsp:nvSpPr>
      <dsp:spPr>
        <a:xfrm>
          <a:off x="1213261" y="1317984"/>
          <a:ext cx="6761819" cy="1050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72" tIns="111172" rIns="111172" bIns="11117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Calibri"/>
              <a:ea typeface="Calibri"/>
              <a:cs typeface="Calibri"/>
            </a:rPr>
            <a:t>We ensure the functional correctness of your most complex SoC and IP designs, minimizing </a:t>
          </a:r>
          <a:r>
            <a:rPr lang="en-US" sz="1700" kern="1200" dirty="0" err="1">
              <a:latin typeface="Calibri"/>
              <a:ea typeface="Calibri"/>
              <a:cs typeface="Calibri"/>
            </a:rPr>
            <a:t>tapeout</a:t>
          </a:r>
          <a:r>
            <a:rPr lang="en-US" sz="1700" kern="1200" dirty="0">
              <a:latin typeface="Calibri"/>
              <a:ea typeface="Calibri"/>
              <a:cs typeface="Calibri"/>
            </a:rPr>
            <a:t> risk and accelerating time-to-market.</a:t>
          </a:r>
        </a:p>
      </dsp:txBody>
      <dsp:txXfrm>
        <a:off x="1213261" y="1317984"/>
        <a:ext cx="6761819" cy="1050442"/>
      </dsp:txXfrm>
    </dsp:sp>
    <dsp:sp modelId="{909B59B9-E1E1-4B33-AFE5-5125ABCCED5B}">
      <dsp:nvSpPr>
        <dsp:cNvPr id="0" name=""/>
        <dsp:cNvSpPr/>
      </dsp:nvSpPr>
      <dsp:spPr>
        <a:xfrm>
          <a:off x="0" y="2631038"/>
          <a:ext cx="7975081" cy="1050442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E1ACE-B80D-4543-9191-CA41E85B9A23}">
      <dsp:nvSpPr>
        <dsp:cNvPr id="0" name=""/>
        <dsp:cNvSpPr/>
      </dsp:nvSpPr>
      <dsp:spPr>
        <a:xfrm>
          <a:off x="317758" y="2867387"/>
          <a:ext cx="577743" cy="5777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6DD6E3-22A7-466C-A7D1-4C8A2FEC5CC8}">
      <dsp:nvSpPr>
        <dsp:cNvPr id="0" name=""/>
        <dsp:cNvSpPr/>
      </dsp:nvSpPr>
      <dsp:spPr>
        <a:xfrm>
          <a:off x="1213261" y="2631038"/>
          <a:ext cx="6761819" cy="1050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72" tIns="111172" rIns="111172" bIns="111172" numCol="1" spcCol="1270" anchor="ctr" anchorCtr="0">
          <a:noAutofit/>
        </a:bodyPr>
        <a:lstStyle/>
        <a:p>
          <a:pPr marL="0" lvl="0" indent="0" algn="l" defTabSz="7556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Calibri"/>
              <a:ea typeface="Calibri"/>
              <a:cs typeface="Arial"/>
            </a:rPr>
            <a:t> Flexible skill based engagement model; Lead team, Individual contributors, Milestone based deliverables. </a:t>
          </a:r>
          <a:r>
            <a:rPr lang="en-US" sz="1700" kern="1200" dirty="0">
              <a:latin typeface="Calibri"/>
              <a:ea typeface="Calibri"/>
              <a:cs typeface="Calibri"/>
            </a:rPr>
            <a:t>Project execution using Sprint, dashboard reflecting status.</a:t>
          </a:r>
          <a:endParaRPr lang="en-US" sz="1700" kern="1200" dirty="0">
            <a:latin typeface="Calibri"/>
            <a:ea typeface="Calibri"/>
            <a:cs typeface="Arial"/>
          </a:endParaRPr>
        </a:p>
      </dsp:txBody>
      <dsp:txXfrm>
        <a:off x="1213261" y="2631038"/>
        <a:ext cx="6761819" cy="1050442"/>
      </dsp:txXfrm>
    </dsp:sp>
    <dsp:sp modelId="{B9EFAEC7-ED48-45FD-A882-F2899069D351}">
      <dsp:nvSpPr>
        <dsp:cNvPr id="0" name=""/>
        <dsp:cNvSpPr/>
      </dsp:nvSpPr>
      <dsp:spPr>
        <a:xfrm>
          <a:off x="0" y="3944091"/>
          <a:ext cx="7975081" cy="1050442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D6F9B7-6F1E-4860-A724-7FAAA5BADBE0}">
      <dsp:nvSpPr>
        <dsp:cNvPr id="0" name=""/>
        <dsp:cNvSpPr/>
      </dsp:nvSpPr>
      <dsp:spPr>
        <a:xfrm>
          <a:off x="317758" y="4180441"/>
          <a:ext cx="577743" cy="5777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0BC787-1903-450B-9F4C-FD9F5763E3BD}">
      <dsp:nvSpPr>
        <dsp:cNvPr id="0" name=""/>
        <dsp:cNvSpPr/>
      </dsp:nvSpPr>
      <dsp:spPr>
        <a:xfrm>
          <a:off x="1213261" y="3944091"/>
          <a:ext cx="6761819" cy="1050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72" tIns="111172" rIns="111172" bIns="111172" numCol="1" spcCol="1270" anchor="ctr" anchorCtr="0">
          <a:noAutofit/>
        </a:bodyPr>
        <a:lstStyle/>
        <a:p>
          <a:pPr marL="0" lvl="0" indent="0" algn="l" defTabSz="7556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 Multiple project  cycles executed right from </a:t>
          </a:r>
          <a:r>
            <a:rPr lang="en-US" sz="1700" kern="1200" dirty="0" err="1">
              <a:solidFill>
                <a:srgbClr val="000000"/>
              </a:solidFill>
              <a:latin typeface="Calibri"/>
              <a:ea typeface="Calibri"/>
              <a:cs typeface="Calibri"/>
            </a:rPr>
            <a:t>testplan</a:t>
          </a:r>
          <a:r>
            <a:rPr lang="en-US" sz="17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,  verification testbench development from scratch, regression setup, script automation.</a:t>
          </a:r>
          <a:endParaRPr lang="en-US" sz="1700" kern="1200" dirty="0">
            <a:solidFill>
              <a:srgbClr val="000000"/>
            </a:solidFill>
            <a:latin typeface="Calibri"/>
            <a:ea typeface="Calibri"/>
            <a:cs typeface="Arial"/>
          </a:endParaRPr>
        </a:p>
      </dsp:txBody>
      <dsp:txXfrm>
        <a:off x="1213261" y="3944091"/>
        <a:ext cx="6761819" cy="1050442"/>
      </dsp:txXfrm>
    </dsp:sp>
    <dsp:sp modelId="{2A328BCF-C117-4E58-A4F4-6A5FEF089ACE}">
      <dsp:nvSpPr>
        <dsp:cNvPr id="0" name=""/>
        <dsp:cNvSpPr/>
      </dsp:nvSpPr>
      <dsp:spPr>
        <a:xfrm>
          <a:off x="0" y="5257144"/>
          <a:ext cx="7975081" cy="1050442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4E954F-73FB-401C-8C8F-2CCB7C8E24E0}">
      <dsp:nvSpPr>
        <dsp:cNvPr id="0" name=""/>
        <dsp:cNvSpPr/>
      </dsp:nvSpPr>
      <dsp:spPr>
        <a:xfrm>
          <a:off x="317758" y="5493494"/>
          <a:ext cx="577743" cy="5777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74BCC-23F3-4177-BF78-8813630592FC}">
      <dsp:nvSpPr>
        <dsp:cNvPr id="0" name=""/>
        <dsp:cNvSpPr/>
      </dsp:nvSpPr>
      <dsp:spPr>
        <a:xfrm>
          <a:off x="1213261" y="5257144"/>
          <a:ext cx="6761819" cy="1050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72" tIns="111172" rIns="111172" bIns="111172" numCol="1" spcCol="1270" anchor="ctr" anchorCtr="0">
          <a:noAutofit/>
        </a:bodyPr>
        <a:lstStyle/>
        <a:p>
          <a:pPr marL="0" lvl="0" indent="0" algn="l" defTabSz="7556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Calibri"/>
              <a:ea typeface="Calibri"/>
              <a:cs typeface="Calibri"/>
            </a:rPr>
            <a:t> Exclusive expert in ARM based SOC verification,  AMBA, RISC-V, PCIe, NOC, SOC.</a:t>
          </a:r>
        </a:p>
      </dsp:txBody>
      <dsp:txXfrm>
        <a:off x="1213261" y="5257144"/>
        <a:ext cx="6761819" cy="10504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3975A2-C732-4ABC-9941-333CE1790AB5}">
      <dsp:nvSpPr>
        <dsp:cNvPr id="0" name=""/>
        <dsp:cNvSpPr/>
      </dsp:nvSpPr>
      <dsp:spPr>
        <a:xfrm>
          <a:off x="0" y="770"/>
          <a:ext cx="8213619" cy="1803136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39BF6D-085D-4972-BE7F-1B1866C40437}">
      <dsp:nvSpPr>
        <dsp:cNvPr id="0" name=""/>
        <dsp:cNvSpPr/>
      </dsp:nvSpPr>
      <dsp:spPr>
        <a:xfrm>
          <a:off x="545448" y="406476"/>
          <a:ext cx="991725" cy="99172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50DCCF-3856-4BE6-A42C-B730AF6921BC}">
      <dsp:nvSpPr>
        <dsp:cNvPr id="0" name=""/>
        <dsp:cNvSpPr/>
      </dsp:nvSpPr>
      <dsp:spPr>
        <a:xfrm>
          <a:off x="2082622" y="770"/>
          <a:ext cx="6130996" cy="1803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832" tIns="190832" rIns="190832" bIns="190832" numCol="1" spcCol="1270" anchor="ctr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Cortex-</a:t>
          </a:r>
          <a:r>
            <a:rPr lang="en-US" sz="1500" kern="1200" dirty="0" err="1"/>
            <a:t>R4</a:t>
          </a:r>
          <a:r>
            <a:rPr lang="en-US" sz="1500" kern="1200" dirty="0"/>
            <a:t> Dashboard Micro-Controller </a:t>
          </a:r>
          <a:r>
            <a:rPr lang="en-US" sz="1500" kern="1200" dirty="0" err="1"/>
            <a:t>SoC</a:t>
          </a:r>
          <a:r>
            <a:rPr lang="en-US" sz="1500" kern="1200" dirty="0" err="1">
              <a:latin typeface="Grandview Display"/>
            </a:rPr>
            <a:t>.</a:t>
          </a:r>
          <a:r>
            <a:rPr lang="en-US" sz="1500" kern="1200" dirty="0">
              <a:latin typeface="Grandview Display"/>
            </a:rPr>
            <a:t>  </a:t>
          </a:r>
          <a:r>
            <a:rPr lang="en-US" sz="1500" kern="1200" dirty="0" err="1"/>
            <a:t>HW</a:t>
          </a:r>
          <a:r>
            <a:rPr lang="en-US" sz="1500" kern="1200" dirty="0"/>
            <a:t>/SW Co-verification using </a:t>
          </a:r>
          <a:r>
            <a:rPr lang="en-US" sz="1500" b="1" kern="1200" dirty="0" err="1"/>
            <a:t>ISX</a:t>
          </a:r>
          <a:r>
            <a:rPr lang="en-US" sz="1500" b="1" kern="1200" dirty="0">
              <a:latin typeface="Grandview Display"/>
            </a:rPr>
            <a:t>. </a:t>
          </a:r>
          <a:r>
            <a:rPr lang="en-US" sz="1500" kern="1200" dirty="0"/>
            <a:t>Boot flow verification and </a:t>
          </a:r>
          <a:r>
            <a:rPr lang="en-US" sz="1500" b="1" kern="1200" dirty="0"/>
            <a:t>boot code development</a:t>
          </a:r>
          <a:r>
            <a:rPr lang="en-US" sz="1500" b="1" kern="1200" dirty="0">
              <a:latin typeface="Grandview Display"/>
            </a:rPr>
            <a:t>. </a:t>
          </a:r>
          <a:r>
            <a:rPr lang="en-US" sz="1500" kern="1200" dirty="0"/>
            <a:t>Interrupt verification and system-level use cases</a:t>
          </a:r>
          <a:r>
            <a:rPr lang="en-US" sz="1500" b="0" kern="1200" dirty="0">
              <a:latin typeface="Grandview Display"/>
            </a:rPr>
            <a:t>. </a:t>
          </a:r>
          <a:r>
            <a:rPr lang="en-US" sz="1500" b="1" kern="1200" dirty="0"/>
            <a:t>Tarmac-based debugging</a:t>
          </a:r>
          <a:r>
            <a:rPr lang="en-US" sz="1500" kern="1200" dirty="0"/>
            <a:t> for instruction trace </a:t>
          </a:r>
          <a:r>
            <a:rPr lang="en-US" sz="1500" kern="1200" dirty="0">
              <a:latin typeface="Grandview Display"/>
            </a:rPr>
            <a:t>analysis and </a:t>
          </a:r>
          <a:r>
            <a:rPr lang="en-US" sz="1500" b="0" kern="1200" dirty="0">
              <a:latin typeface="Grandview Display"/>
            </a:rPr>
            <a:t> </a:t>
          </a:r>
          <a:r>
            <a:rPr lang="en-US" sz="1500" b="1" kern="1200" dirty="0"/>
            <a:t>GLS</a:t>
          </a:r>
          <a:r>
            <a:rPr lang="en-US" sz="1500" b="1" kern="1200" dirty="0">
              <a:latin typeface="Grandview Display"/>
            </a:rPr>
            <a:t>.</a:t>
          </a:r>
          <a:endParaRPr lang="en-US" sz="1500" b="0" kern="1200" dirty="0"/>
        </a:p>
      </dsp:txBody>
      <dsp:txXfrm>
        <a:off x="2082622" y="770"/>
        <a:ext cx="6130996" cy="1803136"/>
      </dsp:txXfrm>
    </dsp:sp>
    <dsp:sp modelId="{2AB17AEB-5941-4160-8DA5-00FC22D1767A}">
      <dsp:nvSpPr>
        <dsp:cNvPr id="0" name=""/>
        <dsp:cNvSpPr/>
      </dsp:nvSpPr>
      <dsp:spPr>
        <a:xfrm>
          <a:off x="0" y="2254691"/>
          <a:ext cx="8213619" cy="1803136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8FD81D-D27E-420F-8B9B-661D85ABF2CB}">
      <dsp:nvSpPr>
        <dsp:cNvPr id="0" name=""/>
        <dsp:cNvSpPr/>
      </dsp:nvSpPr>
      <dsp:spPr>
        <a:xfrm>
          <a:off x="545448" y="2660396"/>
          <a:ext cx="991725" cy="99172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AD9FF1-2E32-4871-8F92-21BE2D9205B6}">
      <dsp:nvSpPr>
        <dsp:cNvPr id="0" name=""/>
        <dsp:cNvSpPr/>
      </dsp:nvSpPr>
      <dsp:spPr>
        <a:xfrm>
          <a:off x="2082622" y="2254691"/>
          <a:ext cx="6130996" cy="1803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832" tIns="190832" rIns="190832" bIns="190832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Cortex-A Class Systems (</a:t>
          </a:r>
          <a:r>
            <a:rPr lang="en-US" sz="1500" b="1" kern="1200" dirty="0" err="1"/>
            <a:t>A53</a:t>
          </a:r>
          <a:r>
            <a:rPr lang="en-US" sz="1500" b="1" kern="1200" dirty="0"/>
            <a:t> / </a:t>
          </a:r>
          <a:r>
            <a:rPr lang="en-US" sz="1500" b="1" kern="1200" dirty="0" err="1"/>
            <a:t>A57</a:t>
          </a:r>
          <a:r>
            <a:rPr lang="en-US" sz="1500" b="1" kern="1200" dirty="0"/>
            <a:t> with Cortex-M3</a:t>
          </a:r>
          <a:r>
            <a:rPr lang="en-US" sz="1500" b="1" kern="1200" dirty="0">
              <a:latin typeface="Grandview Display"/>
            </a:rPr>
            <a:t>). </a:t>
          </a:r>
          <a:r>
            <a:rPr lang="en-US" sz="1500" b="0" kern="1200" dirty="0"/>
            <a:t>Verification of </a:t>
          </a:r>
          <a:r>
            <a:rPr lang="en-US" sz="1500" b="1" kern="1200" dirty="0"/>
            <a:t>Cortex-A based subsystems</a:t>
          </a:r>
          <a:r>
            <a:rPr lang="en-US" sz="1500" b="1" kern="1200" dirty="0">
              <a:latin typeface="Grandview Display"/>
            </a:rPr>
            <a:t>. </a:t>
          </a:r>
          <a:r>
            <a:rPr lang="en-US" sz="1500" b="0" kern="1200" dirty="0"/>
            <a:t>Understanding and usage of </a:t>
          </a:r>
          <a:r>
            <a:rPr lang="en-US" sz="1500" b="1" kern="1200" dirty="0"/>
            <a:t>A-Class instruction set</a:t>
          </a:r>
          <a:r>
            <a:rPr lang="en-US" sz="1500" b="1" kern="1200" dirty="0">
              <a:latin typeface="Grandview Display"/>
            </a:rPr>
            <a:t>. </a:t>
          </a:r>
          <a:r>
            <a:rPr lang="en-US" sz="1500" b="0" kern="1200" dirty="0"/>
            <a:t>Development of </a:t>
          </a:r>
          <a:r>
            <a:rPr lang="en-US" sz="1500" b="1" kern="1200" dirty="0"/>
            <a:t>boot code for processor initialization</a:t>
          </a:r>
          <a:r>
            <a:rPr lang="en-US" sz="1500" b="1" kern="1200" dirty="0">
              <a:latin typeface="Grandview Display"/>
            </a:rPr>
            <a:t>. </a:t>
          </a:r>
          <a:r>
            <a:rPr lang="en-US" sz="1500" b="1" kern="1200" dirty="0"/>
            <a:t>MMU programming</a:t>
          </a:r>
          <a:r>
            <a:rPr lang="en-US" sz="1500" b="0" kern="1200" dirty="0"/>
            <a:t> to generate memory transactions</a:t>
          </a:r>
          <a:r>
            <a:rPr lang="en-US" sz="1500" b="0" kern="1200" dirty="0">
              <a:latin typeface="Grandview Display"/>
            </a:rPr>
            <a:t>. </a:t>
          </a:r>
          <a:r>
            <a:rPr lang="en-US" sz="1500" b="0" kern="1200" dirty="0"/>
            <a:t>Debug support using </a:t>
          </a:r>
          <a:r>
            <a:rPr lang="en-US" sz="1500" b="1" kern="1200" dirty="0" err="1"/>
            <a:t>CXDT</a:t>
          </a:r>
          <a:r>
            <a:rPr lang="en-US" sz="1500" b="1" kern="1200" dirty="0">
              <a:latin typeface="Grandview Display"/>
            </a:rPr>
            <a:t>. </a:t>
          </a:r>
          <a:r>
            <a:rPr lang="en-US" sz="1500" b="0" kern="1200" dirty="0"/>
            <a:t>Power verification and system functionality validation</a:t>
          </a:r>
          <a:endParaRPr lang="en-US" sz="1500" b="0" kern="1200" dirty="0">
            <a:latin typeface="Grandview Display"/>
          </a:endParaRPr>
        </a:p>
      </dsp:txBody>
      <dsp:txXfrm>
        <a:off x="2082622" y="2254691"/>
        <a:ext cx="6130996" cy="1803136"/>
      </dsp:txXfrm>
    </dsp:sp>
    <dsp:sp modelId="{BFFF6B75-051E-4FFB-9335-DA29C3E7A710}">
      <dsp:nvSpPr>
        <dsp:cNvPr id="0" name=""/>
        <dsp:cNvSpPr/>
      </dsp:nvSpPr>
      <dsp:spPr>
        <a:xfrm>
          <a:off x="0" y="4508611"/>
          <a:ext cx="8213619" cy="1803136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2DAA53-1BF4-4EFF-8872-9A3459FBBECE}">
      <dsp:nvSpPr>
        <dsp:cNvPr id="0" name=""/>
        <dsp:cNvSpPr/>
      </dsp:nvSpPr>
      <dsp:spPr>
        <a:xfrm>
          <a:off x="545448" y="4914317"/>
          <a:ext cx="991725" cy="99172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2A4540-AF0E-478E-90E6-D22AC7427C1E}">
      <dsp:nvSpPr>
        <dsp:cNvPr id="0" name=""/>
        <dsp:cNvSpPr/>
      </dsp:nvSpPr>
      <dsp:spPr>
        <a:xfrm>
          <a:off x="2082622" y="4508611"/>
          <a:ext cx="6130996" cy="1803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832" tIns="190832" rIns="190832" bIns="190832" numCol="1" spcCol="1270" anchor="ctr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latin typeface="Calibri"/>
              <a:ea typeface="Calibri"/>
              <a:cs typeface="Calibri"/>
            </a:rPr>
            <a:t>ARM v8/v9 A-Class Based Systems Verification of ARMv8 / ARMv9 processor-based SoCs, Development of tests using AArch64 instruction set, Interrupt verification using GIC600 / GIC700,Power management verification using PPU, Validation of P-Channel / Q-Channel protocols</a:t>
          </a:r>
          <a:endParaRPr lang="en-US" sz="1500" b="1" kern="1200" dirty="0">
            <a:latin typeface="Grandview Display"/>
          </a:endParaRPr>
        </a:p>
      </dsp:txBody>
      <dsp:txXfrm>
        <a:off x="2082622" y="4508611"/>
        <a:ext cx="6130996" cy="18031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EAD6F1-A113-430F-9163-E57EBCC58650}">
      <dsp:nvSpPr>
        <dsp:cNvPr id="0" name=""/>
        <dsp:cNvSpPr/>
      </dsp:nvSpPr>
      <dsp:spPr>
        <a:xfrm>
          <a:off x="0" y="3274"/>
          <a:ext cx="8213619" cy="1835378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F50142-CCE2-4BAB-9555-0AB5589AF7DA}">
      <dsp:nvSpPr>
        <dsp:cNvPr id="0" name=""/>
        <dsp:cNvSpPr/>
      </dsp:nvSpPr>
      <dsp:spPr>
        <a:xfrm>
          <a:off x="555201" y="416234"/>
          <a:ext cx="1010444" cy="1009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7F7AD-1FD3-41DC-BCED-340FB889D44D}">
      <dsp:nvSpPr>
        <dsp:cNvPr id="0" name=""/>
        <dsp:cNvSpPr/>
      </dsp:nvSpPr>
      <dsp:spPr>
        <a:xfrm>
          <a:off x="2120848" y="3274"/>
          <a:ext cx="5896733" cy="1837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434" tIns="194434" rIns="194434" bIns="19443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UVM-Based Verification Environment</a:t>
          </a:r>
          <a:r>
            <a:rPr lang="en-US" sz="1400" b="1" kern="1200" dirty="0">
              <a:latin typeface="Grandview Display"/>
            </a:rPr>
            <a:t>: </a:t>
          </a:r>
          <a:r>
            <a:rPr lang="en-US" sz="1400" kern="1200" dirty="0"/>
            <a:t>UVM testbench with multiple agents for system-level verification</a:t>
          </a:r>
          <a:r>
            <a:rPr lang="en-US" sz="1400" kern="1200" dirty="0">
              <a:latin typeface="Grandview Display"/>
            </a:rPr>
            <a:t>; </a:t>
          </a:r>
          <a:r>
            <a:rPr lang="en-US" sz="1400" b="1" kern="1200" dirty="0"/>
            <a:t>Clock / Reset Generator:</a:t>
          </a:r>
          <a:r>
            <a:rPr lang="en-US" sz="1400" kern="1200" dirty="0"/>
            <a:t> sequences for different clock frequencies and reset scenarios</a:t>
          </a:r>
          <a:r>
            <a:rPr lang="en-US" sz="1400" kern="1200" dirty="0">
              <a:latin typeface="Grandview Display"/>
            </a:rPr>
            <a:t>; </a:t>
          </a:r>
          <a:r>
            <a:rPr lang="en-US" sz="1400" b="1" kern="1200" dirty="0"/>
            <a:t>AXI Agents:</a:t>
          </a:r>
          <a:r>
            <a:rPr lang="en-US" sz="1400" kern="1200" dirty="0"/>
            <a:t> generate traffic for CPU, GPU, control subsystem, and other AXI initiators</a:t>
          </a:r>
          <a:r>
            <a:rPr lang="en-US" sz="1400" kern="1200" dirty="0">
              <a:latin typeface="Grandview Display"/>
            </a:rPr>
            <a:t>; </a:t>
          </a:r>
          <a:r>
            <a:rPr lang="en-US" sz="1400" b="1" kern="1200" dirty="0"/>
            <a:t>AHB Agents:</a:t>
          </a:r>
          <a:r>
            <a:rPr lang="en-US" sz="1400" kern="1200" dirty="0"/>
            <a:t> generate and monitor processor AHB transactions</a:t>
          </a:r>
          <a:r>
            <a:rPr lang="en-US" sz="1400" kern="1200" dirty="0">
              <a:latin typeface="Grandview Display"/>
            </a:rPr>
            <a:t>; </a:t>
          </a:r>
          <a:r>
            <a:rPr lang="en-US" sz="1400" b="1" kern="1200" dirty="0"/>
            <a:t>Inter-process communication:</a:t>
          </a:r>
          <a:r>
            <a:rPr lang="en-US" sz="1400" kern="1200" dirty="0"/>
            <a:t> memory monitoring agents to trigger sequences</a:t>
          </a:r>
          <a:r>
            <a:rPr lang="en-US" sz="1400" kern="1200" dirty="0">
              <a:latin typeface="Grandview Display"/>
            </a:rPr>
            <a:t>; </a:t>
          </a:r>
          <a:r>
            <a:rPr lang="en-US" sz="1400" b="1" kern="1200" dirty="0"/>
            <a:t>UART Monitors:</a:t>
          </a:r>
          <a:r>
            <a:rPr lang="en-US" sz="1400" kern="1200" dirty="0"/>
            <a:t> capture and validate core output/debug strings</a:t>
          </a:r>
          <a:endParaRPr lang="en-US" sz="1400" kern="1200" dirty="0">
            <a:latin typeface="Grandview Display"/>
          </a:endParaRPr>
        </a:p>
      </dsp:txBody>
      <dsp:txXfrm>
        <a:off x="2120848" y="3274"/>
        <a:ext cx="5896733" cy="1837172"/>
      </dsp:txXfrm>
    </dsp:sp>
    <dsp:sp modelId="{3B11150E-C95E-4FE8-8799-911D990FACE8}">
      <dsp:nvSpPr>
        <dsp:cNvPr id="0" name=""/>
        <dsp:cNvSpPr/>
      </dsp:nvSpPr>
      <dsp:spPr>
        <a:xfrm>
          <a:off x="0" y="2237673"/>
          <a:ext cx="8213619" cy="1835378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297E98-C7BB-448F-8867-441C5CF827D5}">
      <dsp:nvSpPr>
        <dsp:cNvPr id="0" name=""/>
        <dsp:cNvSpPr/>
      </dsp:nvSpPr>
      <dsp:spPr>
        <a:xfrm>
          <a:off x="555201" y="2650633"/>
          <a:ext cx="1010444" cy="1009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2717E5-56CD-4941-A79D-30F8169928B0}">
      <dsp:nvSpPr>
        <dsp:cNvPr id="0" name=""/>
        <dsp:cNvSpPr/>
      </dsp:nvSpPr>
      <dsp:spPr>
        <a:xfrm>
          <a:off x="2120848" y="2237673"/>
          <a:ext cx="5896733" cy="1837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434" tIns="194434" rIns="194434" bIns="19443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Software-Driven Verification</a:t>
          </a:r>
          <a:r>
            <a:rPr lang="en-US" sz="1400" b="1" kern="1200" dirty="0">
              <a:latin typeface="Grandview Display"/>
            </a:rPr>
            <a:t>: </a:t>
          </a:r>
          <a:r>
            <a:rPr lang="en-US" sz="1400" b="1" kern="1200" dirty="0"/>
            <a:t>C/ASM-based environment</a:t>
          </a:r>
          <a:r>
            <a:rPr lang="en-US" sz="1400" b="1" kern="1200" dirty="0">
              <a:latin typeface="Grandview Display"/>
            </a:rPr>
            <a:t>; </a:t>
          </a:r>
          <a:r>
            <a:rPr lang="en-US" sz="1400" kern="1200" dirty="0"/>
            <a:t>A/M/R-Class </a:t>
          </a:r>
          <a:r>
            <a:rPr lang="en-US" sz="1400" b="1" kern="1200" dirty="0"/>
            <a:t>assembly boot code</a:t>
          </a:r>
          <a:r>
            <a:rPr lang="en-US" sz="1400" kern="1200" dirty="0"/>
            <a:t> for processor initialization after power-up</a:t>
          </a:r>
          <a:r>
            <a:rPr lang="en-US" sz="1400" kern="1200" dirty="0">
              <a:latin typeface="Grandview Display"/>
            </a:rPr>
            <a:t>; </a:t>
          </a:r>
          <a:r>
            <a:rPr lang="en-US" sz="1400" b="1" kern="1200" dirty="0"/>
            <a:t>C-libraries</a:t>
          </a:r>
          <a:r>
            <a:rPr lang="en-US" sz="1400" kern="1200" dirty="0"/>
            <a:t> for register read/write, interrupt handling, LSIO, DDR, and other IP </a:t>
          </a:r>
          <a:r>
            <a:rPr lang="en-US" sz="1400" b="0" kern="1200" dirty="0" err="1">
              <a:latin typeface="Grandview Display"/>
            </a:rPr>
            <a:t>access;</a:t>
          </a:r>
          <a:r>
            <a:rPr lang="en-US" sz="1400" b="1" kern="1200" dirty="0" err="1">
              <a:latin typeface="Grandview Display"/>
            </a:rPr>
            <a:t>Self-checking</a:t>
          </a:r>
          <a:r>
            <a:rPr lang="en-US" sz="1400" b="1" kern="1200" dirty="0"/>
            <a:t> C-based tests</a:t>
          </a:r>
          <a:r>
            <a:rPr lang="en-US" sz="1400" kern="1200" dirty="0"/>
            <a:t> and </a:t>
          </a:r>
          <a:r>
            <a:rPr lang="en-US" sz="1400" b="1" kern="1200" dirty="0"/>
            <a:t>power-aware verification libraries</a:t>
          </a:r>
          <a:r>
            <a:rPr lang="en-US" sz="1400" b="1" kern="1200" dirty="0">
              <a:latin typeface="Grandview Display"/>
            </a:rPr>
            <a:t>; </a:t>
          </a:r>
          <a:r>
            <a:rPr lang="en-US" sz="1400" b="1" kern="1200" dirty="0"/>
            <a:t>ARM C compiler</a:t>
          </a:r>
          <a:r>
            <a:rPr lang="en-US" sz="1400" kern="1200" dirty="0"/>
            <a:t> used to generate HEX images preloaded into memory</a:t>
          </a:r>
          <a:r>
            <a:rPr lang="en-US" sz="1400" kern="1200" dirty="0">
              <a:latin typeface="Grandview Display"/>
            </a:rPr>
            <a:t>; </a:t>
          </a:r>
          <a:r>
            <a:rPr lang="en-US" sz="1400" b="1" kern="1200" dirty="0"/>
            <a:t>Debug CXDT Library</a:t>
          </a:r>
          <a:r>
            <a:rPr lang="en-US" sz="1400" kern="1200" dirty="0"/>
            <a:t> for validating debug subsystem and trace functionality</a:t>
          </a:r>
          <a:endParaRPr lang="en-US" sz="1400" kern="1200" dirty="0">
            <a:latin typeface="Grandview Display"/>
          </a:endParaRPr>
        </a:p>
      </dsp:txBody>
      <dsp:txXfrm>
        <a:off x="2120848" y="2237673"/>
        <a:ext cx="5896733" cy="1837172"/>
      </dsp:txXfrm>
    </dsp:sp>
    <dsp:sp modelId="{1204A769-1ED6-46FC-BF07-4382AADBEB54}">
      <dsp:nvSpPr>
        <dsp:cNvPr id="0" name=""/>
        <dsp:cNvSpPr/>
      </dsp:nvSpPr>
      <dsp:spPr>
        <a:xfrm>
          <a:off x="0" y="4472072"/>
          <a:ext cx="8213619" cy="1835378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5617D6-60E5-4235-BD28-9B16C017CB35}">
      <dsp:nvSpPr>
        <dsp:cNvPr id="0" name=""/>
        <dsp:cNvSpPr/>
      </dsp:nvSpPr>
      <dsp:spPr>
        <a:xfrm>
          <a:off x="555201" y="4885032"/>
          <a:ext cx="1010444" cy="10094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330C33-DCD2-4364-98AB-3CF2C699D835}">
      <dsp:nvSpPr>
        <dsp:cNvPr id="0" name=""/>
        <dsp:cNvSpPr/>
      </dsp:nvSpPr>
      <dsp:spPr>
        <a:xfrm>
          <a:off x="2120848" y="4472072"/>
          <a:ext cx="5896733" cy="1837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434" tIns="194434" rIns="194434" bIns="19443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Verification Flow</a:t>
          </a:r>
          <a:r>
            <a:rPr lang="en-US" sz="1400" b="1" kern="1200" dirty="0">
              <a:latin typeface="Grandview Display"/>
            </a:rPr>
            <a:t>: </a:t>
          </a:r>
          <a:r>
            <a:rPr lang="en-US" sz="1400" kern="1200" dirty="0"/>
            <a:t>Clock/reset agents drive signals on </a:t>
          </a:r>
          <a:r>
            <a:rPr lang="en-US" sz="1400" b="1" kern="1200" dirty="0"/>
            <a:t>IO PADs</a:t>
          </a:r>
          <a:r>
            <a:rPr lang="en-US" sz="1400" b="1" kern="1200" dirty="0">
              <a:latin typeface="Grandview Display"/>
            </a:rPr>
            <a:t>; </a:t>
          </a:r>
          <a:r>
            <a:rPr lang="en-US" sz="1400" b="1" kern="1200" dirty="0"/>
            <a:t>CPU cluster receives clock/reset</a:t>
          </a:r>
          <a:r>
            <a:rPr lang="en-US" sz="1400" kern="1200" dirty="0"/>
            <a:t> and starts execution</a:t>
          </a:r>
          <a:r>
            <a:rPr lang="en-US" sz="1400" kern="1200" dirty="0">
              <a:latin typeface="Grandview Display"/>
            </a:rPr>
            <a:t>; </a:t>
          </a:r>
          <a:r>
            <a:rPr lang="en-US" sz="1400" kern="1200" dirty="0"/>
            <a:t>Processor boots and loads </a:t>
          </a:r>
          <a:r>
            <a:rPr lang="en-US" sz="1400" b="1" kern="1200" dirty="0"/>
            <a:t>HEX image generated by ARM compiler</a:t>
          </a:r>
          <a:r>
            <a:rPr lang="en-US" sz="1400" b="1" kern="1200" dirty="0">
              <a:latin typeface="Grandview Display"/>
            </a:rPr>
            <a:t>; </a:t>
          </a:r>
          <a:r>
            <a:rPr lang="en-US" sz="1400" b="1" kern="1200" dirty="0"/>
            <a:t>C-libraries generate register transactions</a:t>
          </a:r>
          <a:r>
            <a:rPr lang="en-US" sz="1400" kern="1200" dirty="0"/>
            <a:t> and system interactions</a:t>
          </a:r>
          <a:r>
            <a:rPr lang="en-US" sz="1400" kern="1200" dirty="0">
              <a:latin typeface="Grandview Display"/>
            </a:rPr>
            <a:t>; </a:t>
          </a:r>
          <a:r>
            <a:rPr lang="en-US" sz="1400" b="1" kern="1200" dirty="0"/>
            <a:t>C-tests verify system </a:t>
          </a:r>
          <a:r>
            <a:rPr lang="en-US" sz="1400" kern="1200" dirty="0">
              <a:latin typeface="Grandview Display"/>
            </a:rPr>
            <a:t>functionality including</a:t>
          </a:r>
          <a:r>
            <a:rPr lang="en-US" sz="1400" kern="1200" dirty="0"/>
            <a:t>: boot flow, memory map, interrupt map, DFX/debug, memory subsystem, LSIO subsystem, fuse/IOPAD, clock/power/reset, dynamic CDC, and security verification.</a:t>
          </a:r>
          <a:endParaRPr lang="en-US" sz="1400" kern="1200" dirty="0">
            <a:latin typeface="Grandview Display"/>
          </a:endParaRPr>
        </a:p>
      </dsp:txBody>
      <dsp:txXfrm>
        <a:off x="2120848" y="4472072"/>
        <a:ext cx="5896733" cy="18371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3175D3-E7C8-4607-BDE6-7B5D0E9C9F5A}">
      <dsp:nvSpPr>
        <dsp:cNvPr id="0" name=""/>
        <dsp:cNvSpPr/>
      </dsp:nvSpPr>
      <dsp:spPr>
        <a:xfrm>
          <a:off x="0" y="4931"/>
          <a:ext cx="8213619" cy="1050442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C8B8F4-29FF-4007-B292-335CF22B1F61}">
      <dsp:nvSpPr>
        <dsp:cNvPr id="0" name=""/>
        <dsp:cNvSpPr/>
      </dsp:nvSpPr>
      <dsp:spPr>
        <a:xfrm>
          <a:off x="317758" y="241281"/>
          <a:ext cx="577743" cy="577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7D69B-3C45-4716-8323-9CA431BB7E92}">
      <dsp:nvSpPr>
        <dsp:cNvPr id="0" name=""/>
        <dsp:cNvSpPr/>
      </dsp:nvSpPr>
      <dsp:spPr>
        <a:xfrm>
          <a:off x="1213261" y="4931"/>
          <a:ext cx="7000357" cy="1050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72" tIns="111172" rIns="111172" bIns="11117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0000"/>
              </a:solidFill>
              <a:latin typeface="Aptos"/>
              <a:ea typeface="Calibri"/>
              <a:cs typeface="Calibri"/>
            </a:rPr>
            <a:t>Developed  C based </a:t>
          </a:r>
          <a:r>
            <a:rPr lang="en-US" sz="1800" kern="1200" dirty="0">
              <a:latin typeface="Aptos"/>
              <a:ea typeface="Calibri"/>
              <a:cs typeface="Calibri"/>
            </a:rPr>
            <a:t>SOC test cases for ARM processor based SOC.</a:t>
          </a:r>
          <a:r>
            <a:rPr lang="en-US" sz="1800" kern="1200" dirty="0">
              <a:solidFill>
                <a:srgbClr val="000000"/>
              </a:solidFill>
              <a:latin typeface="Aptos"/>
              <a:ea typeface="Calibri"/>
              <a:cs typeface="Calibri"/>
            </a:rPr>
            <a:t> </a:t>
          </a:r>
          <a:r>
            <a:rPr lang="en-US" sz="1800" kern="1200" dirty="0">
              <a:solidFill>
                <a:srgbClr val="000000"/>
              </a:solidFill>
              <a:latin typeface="Aptos"/>
              <a:cs typeface="Arial"/>
            </a:rPr>
            <a:t> Top level C test to configure various blocks and data traffic.</a:t>
          </a:r>
          <a:endParaRPr lang="en-US" sz="1800" kern="1200" dirty="0">
            <a:latin typeface="Aptos"/>
            <a:ea typeface="Calibri"/>
            <a:cs typeface="Arial"/>
          </a:endParaRPr>
        </a:p>
      </dsp:txBody>
      <dsp:txXfrm>
        <a:off x="1213261" y="4931"/>
        <a:ext cx="7000357" cy="1050442"/>
      </dsp:txXfrm>
    </dsp:sp>
    <dsp:sp modelId="{9A68A01C-AB00-4946-B558-49A6BEF9A15B}">
      <dsp:nvSpPr>
        <dsp:cNvPr id="0" name=""/>
        <dsp:cNvSpPr/>
      </dsp:nvSpPr>
      <dsp:spPr>
        <a:xfrm>
          <a:off x="0" y="1317984"/>
          <a:ext cx="8213619" cy="1050442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E6DE71-6D5B-4870-9814-52B49004F5D1}">
      <dsp:nvSpPr>
        <dsp:cNvPr id="0" name=""/>
        <dsp:cNvSpPr/>
      </dsp:nvSpPr>
      <dsp:spPr>
        <a:xfrm>
          <a:off x="317758" y="1554334"/>
          <a:ext cx="577743" cy="577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FF6A1B-433D-4E8A-B86A-2F2B307AA5B6}">
      <dsp:nvSpPr>
        <dsp:cNvPr id="0" name=""/>
        <dsp:cNvSpPr/>
      </dsp:nvSpPr>
      <dsp:spPr>
        <a:xfrm>
          <a:off x="1213261" y="1317984"/>
          <a:ext cx="7000357" cy="1050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72" tIns="111172" rIns="111172" bIns="11117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0000"/>
              </a:solidFill>
              <a:latin typeface="Aptos"/>
              <a:ea typeface="Calibri"/>
              <a:cs typeface="Calibri"/>
            </a:rPr>
            <a:t>Integrated PCIe VIP at top SOC testbench</a:t>
          </a:r>
          <a:r>
            <a:rPr lang="en-US" sz="1800" kern="1200" dirty="0">
              <a:solidFill>
                <a:srgbClr val="000000"/>
              </a:solidFill>
              <a:latin typeface="Aptos"/>
              <a:cs typeface="Arial"/>
            </a:rPr>
            <a:t>. Bring up of bifurcation modes with </a:t>
          </a:r>
          <a:r>
            <a:rPr lang="en-US" sz="1800" kern="1200" dirty="0" err="1">
              <a:solidFill>
                <a:srgbClr val="000000"/>
              </a:solidFill>
              <a:latin typeface="Aptos"/>
              <a:cs typeface="Arial"/>
            </a:rPr>
            <a:t>X4</a:t>
          </a:r>
          <a:r>
            <a:rPr lang="en-US" sz="1800" kern="1200" dirty="0">
              <a:solidFill>
                <a:srgbClr val="000000"/>
              </a:solidFill>
              <a:latin typeface="Aptos"/>
              <a:cs typeface="Arial"/>
            </a:rPr>
            <a:t>, 2 </a:t>
          </a:r>
          <a:r>
            <a:rPr lang="en-US" sz="1800" kern="1200" dirty="0" err="1">
              <a:solidFill>
                <a:srgbClr val="000000"/>
              </a:solidFill>
              <a:latin typeface="Aptos"/>
              <a:cs typeface="Arial"/>
            </a:rPr>
            <a:t>X8</a:t>
          </a:r>
          <a:r>
            <a:rPr lang="en-US" sz="1800" kern="1200" dirty="0">
              <a:solidFill>
                <a:srgbClr val="000000"/>
              </a:solidFill>
              <a:latin typeface="Aptos"/>
              <a:cs typeface="Arial"/>
            </a:rPr>
            <a:t>, 1 X16.</a:t>
          </a:r>
        </a:p>
      </dsp:txBody>
      <dsp:txXfrm>
        <a:off x="1213261" y="1317984"/>
        <a:ext cx="7000357" cy="1050442"/>
      </dsp:txXfrm>
    </dsp:sp>
    <dsp:sp modelId="{754F3E78-4C69-41A0-B3E9-06B3FD8D5725}">
      <dsp:nvSpPr>
        <dsp:cNvPr id="0" name=""/>
        <dsp:cNvSpPr/>
      </dsp:nvSpPr>
      <dsp:spPr>
        <a:xfrm>
          <a:off x="0" y="2631038"/>
          <a:ext cx="8213619" cy="1050442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D9041B-D336-4E00-AFA5-2D4858542E6E}">
      <dsp:nvSpPr>
        <dsp:cNvPr id="0" name=""/>
        <dsp:cNvSpPr/>
      </dsp:nvSpPr>
      <dsp:spPr>
        <a:xfrm>
          <a:off x="317758" y="2867387"/>
          <a:ext cx="577743" cy="5777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6FEF3F-1171-4E13-9B21-60BC3638A7DF}">
      <dsp:nvSpPr>
        <dsp:cNvPr id="0" name=""/>
        <dsp:cNvSpPr/>
      </dsp:nvSpPr>
      <dsp:spPr>
        <a:xfrm>
          <a:off x="1213261" y="2631038"/>
          <a:ext cx="7000357" cy="1050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72" tIns="111172" rIns="111172" bIns="11117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"/>
              <a:ea typeface="Calibri"/>
              <a:cs typeface="Arial"/>
            </a:rPr>
            <a:t>  AXI, </a:t>
          </a:r>
          <a:r>
            <a:rPr lang="en-US" sz="1800" kern="1200" dirty="0" err="1">
              <a:latin typeface="Aptos"/>
              <a:ea typeface="Calibri"/>
              <a:cs typeface="Arial"/>
            </a:rPr>
            <a:t>AHB</a:t>
          </a:r>
          <a:r>
            <a:rPr lang="en-US" sz="1800" kern="1200" dirty="0">
              <a:latin typeface="Aptos"/>
              <a:ea typeface="Calibri"/>
              <a:cs typeface="Arial"/>
            </a:rPr>
            <a:t> interface assertion debug at SOC level. </a:t>
          </a:r>
        </a:p>
      </dsp:txBody>
      <dsp:txXfrm>
        <a:off x="1213261" y="2631038"/>
        <a:ext cx="7000357" cy="1050442"/>
      </dsp:txXfrm>
    </dsp:sp>
    <dsp:sp modelId="{FB06BF2A-FF2B-47D4-BD50-1399C56752B8}">
      <dsp:nvSpPr>
        <dsp:cNvPr id="0" name=""/>
        <dsp:cNvSpPr/>
      </dsp:nvSpPr>
      <dsp:spPr>
        <a:xfrm>
          <a:off x="0" y="3944091"/>
          <a:ext cx="8213619" cy="1050442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B4BA04-8188-45E3-8FB4-3D6B0CF68E7D}">
      <dsp:nvSpPr>
        <dsp:cNvPr id="0" name=""/>
        <dsp:cNvSpPr/>
      </dsp:nvSpPr>
      <dsp:spPr>
        <a:xfrm>
          <a:off x="317758" y="4180441"/>
          <a:ext cx="577743" cy="5777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1CAEA7-F828-476B-B7CD-A7D1BBACAB62}">
      <dsp:nvSpPr>
        <dsp:cNvPr id="0" name=""/>
        <dsp:cNvSpPr/>
      </dsp:nvSpPr>
      <dsp:spPr>
        <a:xfrm>
          <a:off x="1213261" y="3944091"/>
          <a:ext cx="7000357" cy="1050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72" tIns="111172" rIns="111172" bIns="111172" numCol="1" spcCol="127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"/>
              <a:ea typeface="Calibri"/>
              <a:cs typeface="Arial"/>
            </a:rPr>
            <a:t>Functional and code coverage at Subsytem and IP level. Toggle coverage at SOC level. </a:t>
          </a:r>
        </a:p>
      </dsp:txBody>
      <dsp:txXfrm>
        <a:off x="1213261" y="3944091"/>
        <a:ext cx="7000357" cy="1050442"/>
      </dsp:txXfrm>
    </dsp:sp>
    <dsp:sp modelId="{062B7077-DFF4-4E83-9513-33A84E682503}">
      <dsp:nvSpPr>
        <dsp:cNvPr id="0" name=""/>
        <dsp:cNvSpPr/>
      </dsp:nvSpPr>
      <dsp:spPr>
        <a:xfrm>
          <a:off x="0" y="5257144"/>
          <a:ext cx="8213619" cy="1050442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A1500-9517-40A0-B251-7214C4015404}">
      <dsp:nvSpPr>
        <dsp:cNvPr id="0" name=""/>
        <dsp:cNvSpPr/>
      </dsp:nvSpPr>
      <dsp:spPr>
        <a:xfrm>
          <a:off x="317758" y="5493494"/>
          <a:ext cx="577743" cy="5777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20B6C6-D895-4165-9969-F8A53D440206}">
      <dsp:nvSpPr>
        <dsp:cNvPr id="0" name=""/>
        <dsp:cNvSpPr/>
      </dsp:nvSpPr>
      <dsp:spPr>
        <a:xfrm>
          <a:off x="1213261" y="5257144"/>
          <a:ext cx="7000357" cy="1050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72" tIns="111172" rIns="111172" bIns="11117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0000"/>
              </a:solidFill>
              <a:latin typeface="Aptos"/>
              <a:ea typeface="Calibri"/>
              <a:cs typeface="Calibri"/>
            </a:rPr>
            <a:t> </a:t>
          </a:r>
          <a:r>
            <a:rPr lang="en-US" sz="1800" kern="1200" dirty="0">
              <a:solidFill>
                <a:srgbClr val="444444"/>
              </a:solidFill>
              <a:latin typeface="Calibri"/>
              <a:ea typeface="Calibri"/>
              <a:cs typeface="Calibri"/>
            </a:rPr>
            <a:t>Managing team for milestone based Agile model.</a:t>
          </a:r>
          <a:r>
            <a:rPr lang="en-US" sz="1800" kern="1200" dirty="0">
              <a:solidFill>
                <a:srgbClr val="000000"/>
              </a:solidFill>
              <a:latin typeface="Aptos"/>
              <a:ea typeface="Calibri"/>
              <a:cs typeface="Calibri"/>
            </a:rPr>
            <a:t>Client Face, progress updates, Resolving team issues, support to team, scope updates. </a:t>
          </a:r>
          <a:endParaRPr lang="en-US" sz="1800" kern="1200" dirty="0"/>
        </a:p>
      </dsp:txBody>
      <dsp:txXfrm>
        <a:off x="1213261" y="5257144"/>
        <a:ext cx="7000357" cy="105044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6683A-ADFD-49C1-B46E-80D226412007}">
      <dsp:nvSpPr>
        <dsp:cNvPr id="0" name=""/>
        <dsp:cNvSpPr/>
      </dsp:nvSpPr>
      <dsp:spPr>
        <a:xfrm>
          <a:off x="0" y="2619"/>
          <a:ext cx="8213619" cy="1327848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69DC5C-D998-487B-B64B-90943BC9EB15}">
      <dsp:nvSpPr>
        <dsp:cNvPr id="0" name=""/>
        <dsp:cNvSpPr/>
      </dsp:nvSpPr>
      <dsp:spPr>
        <a:xfrm>
          <a:off x="401674" y="301385"/>
          <a:ext cx="730316" cy="73031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561EA4-947F-420F-99C3-047047DA04CD}">
      <dsp:nvSpPr>
        <dsp:cNvPr id="0" name=""/>
        <dsp:cNvSpPr/>
      </dsp:nvSpPr>
      <dsp:spPr>
        <a:xfrm>
          <a:off x="1533664" y="2619"/>
          <a:ext cx="6679954" cy="1327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531" tIns="140531" rIns="140531" bIns="1405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Calibri"/>
              <a:ea typeface="Calibri"/>
              <a:cs typeface="Calibri"/>
            </a:rPr>
            <a:t>Development of UVM test, functional coverage for interoperability between PCIe Core and AXI bridge application layer.  </a:t>
          </a:r>
        </a:p>
      </dsp:txBody>
      <dsp:txXfrm>
        <a:off x="1533664" y="2619"/>
        <a:ext cx="6679954" cy="1327848"/>
      </dsp:txXfrm>
    </dsp:sp>
    <dsp:sp modelId="{45768566-6606-4924-9734-64703491A83E}">
      <dsp:nvSpPr>
        <dsp:cNvPr id="0" name=""/>
        <dsp:cNvSpPr/>
      </dsp:nvSpPr>
      <dsp:spPr>
        <a:xfrm>
          <a:off x="0" y="1662430"/>
          <a:ext cx="8213619" cy="1327848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05ED4A-CAAA-4D79-A968-7E923BA37DA2}">
      <dsp:nvSpPr>
        <dsp:cNvPr id="0" name=""/>
        <dsp:cNvSpPr/>
      </dsp:nvSpPr>
      <dsp:spPr>
        <a:xfrm>
          <a:off x="401674" y="1961196"/>
          <a:ext cx="730316" cy="73031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07F918-6DD8-4CCD-96F4-22F1374D050D}">
      <dsp:nvSpPr>
        <dsp:cNvPr id="0" name=""/>
        <dsp:cNvSpPr/>
      </dsp:nvSpPr>
      <dsp:spPr>
        <a:xfrm>
          <a:off x="1533664" y="1662430"/>
          <a:ext cx="6679954" cy="1327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531" tIns="140531" rIns="140531" bIns="1405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Calibri"/>
              <a:ea typeface="Calibri"/>
              <a:cs typeface="Calibri"/>
            </a:rPr>
            <a:t>Specific tests and assertions to confirm functional correctness of pending/halt signals.</a:t>
          </a:r>
        </a:p>
      </dsp:txBody>
      <dsp:txXfrm>
        <a:off x="1533664" y="1662430"/>
        <a:ext cx="6679954" cy="1327848"/>
      </dsp:txXfrm>
    </dsp:sp>
    <dsp:sp modelId="{2D6A342B-45A2-47B2-97D2-0A5522AD6D18}">
      <dsp:nvSpPr>
        <dsp:cNvPr id="0" name=""/>
        <dsp:cNvSpPr/>
      </dsp:nvSpPr>
      <dsp:spPr>
        <a:xfrm>
          <a:off x="0" y="3322240"/>
          <a:ext cx="8213619" cy="1327848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9650BB-BED0-418C-AC47-096E04055867}">
      <dsp:nvSpPr>
        <dsp:cNvPr id="0" name=""/>
        <dsp:cNvSpPr/>
      </dsp:nvSpPr>
      <dsp:spPr>
        <a:xfrm>
          <a:off x="401674" y="3621006"/>
          <a:ext cx="730316" cy="73031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C5A2D6-D601-48B9-A791-6928FEE26517}">
      <dsp:nvSpPr>
        <dsp:cNvPr id="0" name=""/>
        <dsp:cNvSpPr/>
      </dsp:nvSpPr>
      <dsp:spPr>
        <a:xfrm>
          <a:off x="1533664" y="3322240"/>
          <a:ext cx="6679954" cy="1327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531" tIns="140531" rIns="140531" bIns="1405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Calibri"/>
              <a:ea typeface="Calibri"/>
              <a:cs typeface="Calibri"/>
            </a:rPr>
            <a:t>Functional coverage class implementation to ping various transactions at the PCIe core as well as at AXI bridge. </a:t>
          </a:r>
        </a:p>
      </dsp:txBody>
      <dsp:txXfrm>
        <a:off x="1533664" y="3322240"/>
        <a:ext cx="6679954" cy="1327848"/>
      </dsp:txXfrm>
    </dsp:sp>
    <dsp:sp modelId="{3A32CEDC-A39D-45AA-B555-6516D15B9B91}">
      <dsp:nvSpPr>
        <dsp:cNvPr id="0" name=""/>
        <dsp:cNvSpPr/>
      </dsp:nvSpPr>
      <dsp:spPr>
        <a:xfrm>
          <a:off x="0" y="4982050"/>
          <a:ext cx="8213619" cy="1327848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64390E-0B8C-48EB-82AF-8B653CB533AE}">
      <dsp:nvSpPr>
        <dsp:cNvPr id="0" name=""/>
        <dsp:cNvSpPr/>
      </dsp:nvSpPr>
      <dsp:spPr>
        <a:xfrm>
          <a:off x="401674" y="5280816"/>
          <a:ext cx="730316" cy="73031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684D0-5348-4FEB-83C4-C1C7A00BDE84}">
      <dsp:nvSpPr>
        <dsp:cNvPr id="0" name=""/>
        <dsp:cNvSpPr/>
      </dsp:nvSpPr>
      <dsp:spPr>
        <a:xfrm>
          <a:off x="1533664" y="4982050"/>
          <a:ext cx="6679954" cy="1327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531" tIns="140531" rIns="140531" bIns="1405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Calibri"/>
              <a:ea typeface="Calibri"/>
              <a:cs typeface="Calibri"/>
            </a:rPr>
            <a:t>Testbench modifications for new features and test randomization.</a:t>
          </a:r>
          <a:endParaRPr lang="en-US" sz="2200" kern="1200" dirty="0"/>
        </a:p>
      </dsp:txBody>
      <dsp:txXfrm>
        <a:off x="1533664" y="4982050"/>
        <a:ext cx="6679954" cy="13278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FD97CC-DA4E-429B-B252-E1B2CC39B215}">
      <dsp:nvSpPr>
        <dsp:cNvPr id="0" name=""/>
        <dsp:cNvSpPr/>
      </dsp:nvSpPr>
      <dsp:spPr>
        <a:xfrm>
          <a:off x="0" y="2115"/>
          <a:ext cx="8187105" cy="901335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BE1AD2-A1EA-40DC-A2D4-39087507CEDB}">
      <dsp:nvSpPr>
        <dsp:cNvPr id="0" name=""/>
        <dsp:cNvSpPr/>
      </dsp:nvSpPr>
      <dsp:spPr>
        <a:xfrm>
          <a:off x="272653" y="204915"/>
          <a:ext cx="495734" cy="4957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A2DE1D-0ADB-4AC1-A0D0-BF9C0778568B}">
      <dsp:nvSpPr>
        <dsp:cNvPr id="0" name=""/>
        <dsp:cNvSpPr/>
      </dsp:nvSpPr>
      <dsp:spPr>
        <a:xfrm>
          <a:off x="1041042" y="2115"/>
          <a:ext cx="7146062" cy="90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391" tIns="95391" rIns="95391" bIns="95391" numCol="1" spcCol="1270" anchor="ctr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 </a:t>
          </a:r>
          <a:r>
            <a:rPr lang="en-US" sz="1500" b="1" kern="1200" dirty="0"/>
            <a:t>Responsibility:</a:t>
          </a:r>
          <a:r>
            <a:rPr lang="en-US" sz="1500" kern="1200" dirty="0"/>
            <a:t> Ownership of </a:t>
          </a:r>
          <a:r>
            <a:rPr lang="en-US" sz="1500" kern="1200" dirty="0">
              <a:latin typeface="Grandview Display"/>
            </a:rPr>
            <a:t>RISC-V </a:t>
          </a:r>
          <a:r>
            <a:rPr lang="en-US" sz="1500" kern="1200" dirty="0" err="1">
              <a:latin typeface="Grandview Display"/>
            </a:rPr>
            <a:t>32E</a:t>
          </a:r>
          <a:r>
            <a:rPr lang="en-US" sz="1500" kern="1200" dirty="0">
              <a:latin typeface="Grandview Display"/>
            </a:rPr>
            <a:t> IP verification. </a:t>
          </a:r>
          <a:endParaRPr lang="en-US" sz="1500" kern="1200" dirty="0"/>
        </a:p>
      </dsp:txBody>
      <dsp:txXfrm>
        <a:off x="1041042" y="2115"/>
        <a:ext cx="7146062" cy="901335"/>
      </dsp:txXfrm>
    </dsp:sp>
    <dsp:sp modelId="{680B8A2B-E06F-4BEF-8C76-1CC4727B2203}">
      <dsp:nvSpPr>
        <dsp:cNvPr id="0" name=""/>
        <dsp:cNvSpPr/>
      </dsp:nvSpPr>
      <dsp:spPr>
        <a:xfrm>
          <a:off x="0" y="1128784"/>
          <a:ext cx="8187105" cy="901335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00B094-9413-4045-B503-A8FBF76C4C96}">
      <dsp:nvSpPr>
        <dsp:cNvPr id="0" name=""/>
        <dsp:cNvSpPr/>
      </dsp:nvSpPr>
      <dsp:spPr>
        <a:xfrm>
          <a:off x="272653" y="1331585"/>
          <a:ext cx="495734" cy="49573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14AFBC-3826-4D36-B0E1-F1C7431F4687}">
      <dsp:nvSpPr>
        <dsp:cNvPr id="0" name=""/>
        <dsp:cNvSpPr/>
      </dsp:nvSpPr>
      <dsp:spPr>
        <a:xfrm>
          <a:off x="1041042" y="1128784"/>
          <a:ext cx="7146062" cy="90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391" tIns="95391" rIns="95391" bIns="9539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Developed and modified open source RISCV-DV Chip Alliance's SV UVM random instruction generator code to support RV32E extension to verify IP. verification projects completed. </a:t>
          </a:r>
          <a:endParaRPr lang="en-US" sz="1500" kern="1200" dirty="0"/>
        </a:p>
      </dsp:txBody>
      <dsp:txXfrm>
        <a:off x="1041042" y="1128784"/>
        <a:ext cx="7146062" cy="901335"/>
      </dsp:txXfrm>
    </dsp:sp>
    <dsp:sp modelId="{A075D394-B966-40D3-B1E4-1DF972AC08F0}">
      <dsp:nvSpPr>
        <dsp:cNvPr id="0" name=""/>
        <dsp:cNvSpPr/>
      </dsp:nvSpPr>
      <dsp:spPr>
        <a:xfrm>
          <a:off x="0" y="2255454"/>
          <a:ext cx="8187105" cy="901335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62A527-7859-4846-9B71-E96818C2D020}">
      <dsp:nvSpPr>
        <dsp:cNvPr id="0" name=""/>
        <dsp:cNvSpPr/>
      </dsp:nvSpPr>
      <dsp:spPr>
        <a:xfrm>
          <a:off x="272653" y="2458254"/>
          <a:ext cx="495734" cy="4957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B4BC0E-CC69-411F-9EFE-8B3EC6F49D80}">
      <dsp:nvSpPr>
        <dsp:cNvPr id="0" name=""/>
        <dsp:cNvSpPr/>
      </dsp:nvSpPr>
      <dsp:spPr>
        <a:xfrm>
          <a:off x="1041042" y="2255454"/>
          <a:ext cx="7146062" cy="90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391" tIns="95391" rIns="95391" bIns="9539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 RV32E supports all instructions as of RV32I only with GPR X0 to X15.  prioritization and categrization of DUT features, testbench development with high degree of reusability across IPs. </a:t>
          </a:r>
          <a:endParaRPr lang="en-US" sz="1500" kern="1200" dirty="0">
            <a:latin typeface="Calibri"/>
            <a:ea typeface="Calibri"/>
            <a:cs typeface="Calibri"/>
          </a:endParaRPr>
        </a:p>
      </dsp:txBody>
      <dsp:txXfrm>
        <a:off x="1041042" y="2255454"/>
        <a:ext cx="7146062" cy="901335"/>
      </dsp:txXfrm>
    </dsp:sp>
    <dsp:sp modelId="{5A3F3AA5-DB18-4073-9C21-B57DF709D3AE}">
      <dsp:nvSpPr>
        <dsp:cNvPr id="0" name=""/>
        <dsp:cNvSpPr/>
      </dsp:nvSpPr>
      <dsp:spPr>
        <a:xfrm>
          <a:off x="0" y="3382123"/>
          <a:ext cx="8187105" cy="901335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FEEC48-7F28-4FBF-8C81-284F647C7486}">
      <dsp:nvSpPr>
        <dsp:cNvPr id="0" name=""/>
        <dsp:cNvSpPr/>
      </dsp:nvSpPr>
      <dsp:spPr>
        <a:xfrm>
          <a:off x="272653" y="3584923"/>
          <a:ext cx="495734" cy="4957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0CEF7E-36CE-42AF-9AA9-B518B7131C77}">
      <dsp:nvSpPr>
        <dsp:cNvPr id="0" name=""/>
        <dsp:cNvSpPr/>
      </dsp:nvSpPr>
      <dsp:spPr>
        <a:xfrm>
          <a:off x="1041042" y="3382123"/>
          <a:ext cx="7146062" cy="90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391" tIns="95391" rIns="95391" bIns="9539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 Debugged assembly test failure, issues for </a:t>
          </a:r>
          <a:r>
            <a:rPr lang="en-US" sz="1500" kern="1200" dirty="0" err="1">
              <a:solidFill>
                <a:srgbClr val="000000"/>
              </a:solidFill>
              <a:latin typeface="Calibri"/>
              <a:ea typeface="Calibri"/>
              <a:cs typeface="Calibri"/>
            </a:rPr>
            <a:t>RISCV</a:t>
          </a:r>
          <a:r>
            <a:rPr lang="en-US" sz="15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-IP verification. </a:t>
          </a:r>
        </a:p>
      </dsp:txBody>
      <dsp:txXfrm>
        <a:off x="1041042" y="3382123"/>
        <a:ext cx="7146062" cy="901335"/>
      </dsp:txXfrm>
    </dsp:sp>
    <dsp:sp modelId="{049B1A9D-BFF7-4152-82FE-1EBF6A5ADDEE}">
      <dsp:nvSpPr>
        <dsp:cNvPr id="0" name=""/>
        <dsp:cNvSpPr/>
      </dsp:nvSpPr>
      <dsp:spPr>
        <a:xfrm>
          <a:off x="0" y="4508792"/>
          <a:ext cx="8187105" cy="901335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3DE810-045E-43F3-A660-1C12FB159F32}">
      <dsp:nvSpPr>
        <dsp:cNvPr id="0" name=""/>
        <dsp:cNvSpPr/>
      </dsp:nvSpPr>
      <dsp:spPr>
        <a:xfrm>
          <a:off x="272653" y="4711593"/>
          <a:ext cx="495734" cy="49573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0C22ED-7234-4656-8FB4-BC7D7850647B}">
      <dsp:nvSpPr>
        <dsp:cNvPr id="0" name=""/>
        <dsp:cNvSpPr/>
      </dsp:nvSpPr>
      <dsp:spPr>
        <a:xfrm>
          <a:off x="1041042" y="4508792"/>
          <a:ext cx="7146062" cy="90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391" tIns="95391" rIns="95391" bIns="9539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  In-depth understanding of various RISC-V extensions such C, M, A and more. </a:t>
          </a:r>
          <a:endParaRPr lang="en-US" sz="1500" kern="1200" dirty="0">
            <a:solidFill>
              <a:srgbClr val="000000"/>
            </a:solidFill>
            <a:latin typeface="Calibri"/>
          </a:endParaRPr>
        </a:p>
      </dsp:txBody>
      <dsp:txXfrm>
        <a:off x="1041042" y="4508792"/>
        <a:ext cx="7146062" cy="901335"/>
      </dsp:txXfrm>
    </dsp:sp>
    <dsp:sp modelId="{EAD73926-727F-42A1-A755-FD9F34474F76}">
      <dsp:nvSpPr>
        <dsp:cNvPr id="0" name=""/>
        <dsp:cNvSpPr/>
      </dsp:nvSpPr>
      <dsp:spPr>
        <a:xfrm>
          <a:off x="0" y="5635462"/>
          <a:ext cx="8187105" cy="901335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9BDC5A-725F-440C-B35D-C947FB792103}">
      <dsp:nvSpPr>
        <dsp:cNvPr id="0" name=""/>
        <dsp:cNvSpPr/>
      </dsp:nvSpPr>
      <dsp:spPr>
        <a:xfrm>
          <a:off x="272653" y="5838262"/>
          <a:ext cx="495734" cy="49573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01A874-FEA5-43F4-8860-DE9E62C153B4}">
      <dsp:nvSpPr>
        <dsp:cNvPr id="0" name=""/>
        <dsp:cNvSpPr/>
      </dsp:nvSpPr>
      <dsp:spPr>
        <a:xfrm>
          <a:off x="1041042" y="5635462"/>
          <a:ext cx="7146062" cy="90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391" tIns="95391" rIns="95391" bIns="9539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70C0"/>
              </a:solidFill>
              <a:latin typeface="Aptos"/>
              <a:ea typeface="Calibri"/>
              <a:cs typeface="Calibri"/>
              <a:hlinkClick xmlns:r="http://schemas.openxmlformats.org/officeDocument/2006/relationships" r:id="rId9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https://github.com/chipsalliance/riscv-dv</a:t>
          </a:r>
          <a:r>
            <a:rPr lang="en-US" sz="1500" kern="1200" dirty="0">
              <a:solidFill>
                <a:srgbClr val="0070C0"/>
              </a:solidFill>
              <a:latin typeface="Aptos"/>
              <a:ea typeface="Calibri"/>
              <a:cs typeface="Calibri"/>
            </a:rPr>
            <a:t> .</a:t>
          </a:r>
          <a:endParaRPr lang="en-US" sz="1500" kern="1200" dirty="0">
            <a:solidFill>
              <a:srgbClr val="0070C0"/>
            </a:solidFill>
          </a:endParaRPr>
        </a:p>
      </dsp:txBody>
      <dsp:txXfrm>
        <a:off x="1041042" y="5635462"/>
        <a:ext cx="7146062" cy="9013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3175D3-E7C8-4607-BDE6-7B5D0E9C9F5A}">
      <dsp:nvSpPr>
        <dsp:cNvPr id="0" name=""/>
        <dsp:cNvSpPr/>
      </dsp:nvSpPr>
      <dsp:spPr>
        <a:xfrm>
          <a:off x="0" y="4931"/>
          <a:ext cx="8213619" cy="1050442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C8B8F4-29FF-4007-B292-335CF22B1F61}">
      <dsp:nvSpPr>
        <dsp:cNvPr id="0" name=""/>
        <dsp:cNvSpPr/>
      </dsp:nvSpPr>
      <dsp:spPr>
        <a:xfrm>
          <a:off x="317758" y="241281"/>
          <a:ext cx="577743" cy="577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7D69B-3C45-4716-8323-9CA431BB7E92}">
      <dsp:nvSpPr>
        <dsp:cNvPr id="0" name=""/>
        <dsp:cNvSpPr/>
      </dsp:nvSpPr>
      <dsp:spPr>
        <a:xfrm>
          <a:off x="1213261" y="4931"/>
          <a:ext cx="7000357" cy="1050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72" tIns="111172" rIns="111172" bIns="11117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000000"/>
              </a:solidFill>
              <a:latin typeface="Aptos"/>
              <a:ea typeface="Calibri"/>
              <a:cs typeface="Calibri"/>
            </a:rPr>
            <a:t>Developed test plan for complete subsystem having a common PHY for XPCS ports, Display port and USB 3.2 controller. Prioritized individual. system's features, various PHY modes and </a:t>
          </a:r>
          <a:r>
            <a:rPr lang="en-US" sz="1700" kern="1200" dirty="0">
              <a:solidFill>
                <a:srgbClr val="000000"/>
              </a:solidFill>
              <a:latin typeface="Aptos"/>
              <a:cs typeface="Arial"/>
            </a:rPr>
            <a:t>configuration. </a:t>
          </a:r>
          <a:endParaRPr lang="en-US" sz="1700" kern="1200" dirty="0"/>
        </a:p>
      </dsp:txBody>
      <dsp:txXfrm>
        <a:off x="1213261" y="4931"/>
        <a:ext cx="7000357" cy="1050442"/>
      </dsp:txXfrm>
    </dsp:sp>
    <dsp:sp modelId="{909B59B9-E1E1-4B33-AFE5-5125ABCCED5B}">
      <dsp:nvSpPr>
        <dsp:cNvPr id="0" name=""/>
        <dsp:cNvSpPr/>
      </dsp:nvSpPr>
      <dsp:spPr>
        <a:xfrm>
          <a:off x="0" y="1317984"/>
          <a:ext cx="8213619" cy="1050442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E1ACE-B80D-4543-9191-CA41E85B9A23}">
      <dsp:nvSpPr>
        <dsp:cNvPr id="0" name=""/>
        <dsp:cNvSpPr/>
      </dsp:nvSpPr>
      <dsp:spPr>
        <a:xfrm>
          <a:off x="317758" y="1554334"/>
          <a:ext cx="577743" cy="5777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6DD6E3-22A7-466C-A7D1-4C8A2FEC5CC8}">
      <dsp:nvSpPr>
        <dsp:cNvPr id="0" name=""/>
        <dsp:cNvSpPr/>
      </dsp:nvSpPr>
      <dsp:spPr>
        <a:xfrm>
          <a:off x="1213261" y="1317984"/>
          <a:ext cx="7000357" cy="1050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72" tIns="111172" rIns="111172" bIns="111172" numCol="1" spcCol="1270" anchor="ctr" anchorCtr="0">
          <a:noAutofit/>
        </a:bodyPr>
        <a:lstStyle/>
        <a:p>
          <a:pPr marL="0" lvl="0" indent="0" algn="l" defTabSz="7556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000000"/>
              </a:solidFill>
              <a:latin typeface="Aptos"/>
              <a:ea typeface="Calibri"/>
              <a:cs typeface="Calibri"/>
            </a:rPr>
            <a:t>Developed design and verification testbench manifest files</a:t>
          </a:r>
          <a:r>
            <a:rPr lang="en-US" sz="1700" kern="1200" dirty="0">
              <a:solidFill>
                <a:srgbClr val="000000"/>
              </a:solidFill>
              <a:latin typeface="Aptos"/>
              <a:cs typeface="Arial"/>
            </a:rPr>
            <a:t>.  </a:t>
          </a:r>
          <a:endParaRPr lang="en-US" sz="1700" kern="1200" dirty="0">
            <a:solidFill>
              <a:srgbClr val="000000"/>
            </a:solidFill>
            <a:latin typeface="Grandview Display"/>
          </a:endParaRPr>
        </a:p>
      </dsp:txBody>
      <dsp:txXfrm>
        <a:off x="1213261" y="1317984"/>
        <a:ext cx="7000357" cy="1050442"/>
      </dsp:txXfrm>
    </dsp:sp>
    <dsp:sp modelId="{9A68A01C-AB00-4946-B558-49A6BEF9A15B}">
      <dsp:nvSpPr>
        <dsp:cNvPr id="0" name=""/>
        <dsp:cNvSpPr/>
      </dsp:nvSpPr>
      <dsp:spPr>
        <a:xfrm>
          <a:off x="0" y="2631038"/>
          <a:ext cx="8213619" cy="1050442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E6DE71-6D5B-4870-9814-52B49004F5D1}">
      <dsp:nvSpPr>
        <dsp:cNvPr id="0" name=""/>
        <dsp:cNvSpPr/>
      </dsp:nvSpPr>
      <dsp:spPr>
        <a:xfrm>
          <a:off x="317758" y="2867387"/>
          <a:ext cx="577743" cy="577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FF6A1B-433D-4E8A-B86A-2F2B307AA5B6}">
      <dsp:nvSpPr>
        <dsp:cNvPr id="0" name=""/>
        <dsp:cNvSpPr/>
      </dsp:nvSpPr>
      <dsp:spPr>
        <a:xfrm>
          <a:off x="1213261" y="2631038"/>
          <a:ext cx="7000357" cy="1050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72" tIns="111172" rIns="111172" bIns="11117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000000"/>
              </a:solidFill>
              <a:latin typeface="Aptos"/>
              <a:ea typeface="Calibri"/>
              <a:cs typeface="Calibri"/>
            </a:rPr>
            <a:t>Developed testbench top, environments files integrating USB, DP and XPCS agents with reuse from block level testbench</a:t>
          </a:r>
          <a:r>
            <a:rPr lang="en-US" sz="1700" kern="1200" dirty="0">
              <a:solidFill>
                <a:srgbClr val="000000"/>
              </a:solidFill>
              <a:latin typeface="Aptos"/>
              <a:cs typeface="Arial"/>
            </a:rPr>
            <a:t>. </a:t>
          </a:r>
          <a:endParaRPr lang="en-US" sz="1700" kern="1200" dirty="0">
            <a:solidFill>
              <a:srgbClr val="000000"/>
            </a:solidFill>
            <a:latin typeface="Aptos"/>
          </a:endParaRPr>
        </a:p>
      </dsp:txBody>
      <dsp:txXfrm>
        <a:off x="1213261" y="2631038"/>
        <a:ext cx="7000357" cy="1050442"/>
      </dsp:txXfrm>
    </dsp:sp>
    <dsp:sp modelId="{452887FF-57C2-44FB-A682-2D8487D762F1}">
      <dsp:nvSpPr>
        <dsp:cNvPr id="0" name=""/>
        <dsp:cNvSpPr/>
      </dsp:nvSpPr>
      <dsp:spPr>
        <a:xfrm>
          <a:off x="0" y="3944091"/>
          <a:ext cx="8213619" cy="1050442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F2B435-0C5D-4450-94A1-739D177C648D}">
      <dsp:nvSpPr>
        <dsp:cNvPr id="0" name=""/>
        <dsp:cNvSpPr/>
      </dsp:nvSpPr>
      <dsp:spPr>
        <a:xfrm>
          <a:off x="317758" y="4180441"/>
          <a:ext cx="577743" cy="5777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6CFA9C-5154-447D-A8DC-100C1EB62A4F}">
      <dsp:nvSpPr>
        <dsp:cNvPr id="0" name=""/>
        <dsp:cNvSpPr/>
      </dsp:nvSpPr>
      <dsp:spPr>
        <a:xfrm>
          <a:off x="1213261" y="3944091"/>
          <a:ext cx="7000357" cy="1050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72" tIns="111172" rIns="111172" bIns="11117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000000"/>
              </a:solidFill>
              <a:latin typeface="Aptos"/>
              <a:ea typeface="Calibri"/>
              <a:cs typeface="Calibri"/>
            </a:rPr>
            <a:t>Technically managed the team of 6 people for project</a:t>
          </a:r>
          <a:r>
            <a:rPr lang="en-US" sz="1700" kern="1200" dirty="0">
              <a:solidFill>
                <a:srgbClr val="000000"/>
              </a:solidFill>
              <a:latin typeface="Aptos"/>
              <a:cs typeface="Arial"/>
            </a:rPr>
            <a:t>. </a:t>
          </a:r>
          <a:endParaRPr lang="en-US" sz="1700" kern="1200" dirty="0">
            <a:solidFill>
              <a:srgbClr val="000000"/>
            </a:solidFill>
            <a:latin typeface="Aptos"/>
          </a:endParaRPr>
        </a:p>
      </dsp:txBody>
      <dsp:txXfrm>
        <a:off x="1213261" y="3944091"/>
        <a:ext cx="7000357" cy="1050442"/>
      </dsp:txXfrm>
    </dsp:sp>
    <dsp:sp modelId="{4D8DEA2E-B6CF-4586-A5B7-4AA363D9059F}">
      <dsp:nvSpPr>
        <dsp:cNvPr id="0" name=""/>
        <dsp:cNvSpPr/>
      </dsp:nvSpPr>
      <dsp:spPr>
        <a:xfrm>
          <a:off x="0" y="5257144"/>
          <a:ext cx="8213619" cy="1050442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8077F8-6F03-4996-B0E0-CA8A5A301AB3}">
      <dsp:nvSpPr>
        <dsp:cNvPr id="0" name=""/>
        <dsp:cNvSpPr/>
      </dsp:nvSpPr>
      <dsp:spPr>
        <a:xfrm>
          <a:off x="317758" y="5493494"/>
          <a:ext cx="577743" cy="5777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E281C3-A03C-4016-A4C3-102D2C7C13A4}">
      <dsp:nvSpPr>
        <dsp:cNvPr id="0" name=""/>
        <dsp:cNvSpPr/>
      </dsp:nvSpPr>
      <dsp:spPr>
        <a:xfrm>
          <a:off x="1213261" y="5257144"/>
          <a:ext cx="7000357" cy="1050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72" tIns="111172" rIns="111172" bIns="11117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Aptos"/>
              <a:ea typeface="Calibri"/>
              <a:cs typeface="Calibri"/>
            </a:rPr>
            <a:t>Client</a:t>
          </a:r>
          <a:r>
            <a:rPr lang="en-US" sz="1700" kern="1200" dirty="0">
              <a:solidFill>
                <a:srgbClr val="000000"/>
              </a:solidFill>
              <a:latin typeface="Aptos"/>
              <a:ea typeface="Calibri"/>
              <a:cs typeface="Calibri"/>
            </a:rPr>
            <a:t> Face, progress updates, Resolving team issues, support o team, scope updates. </a:t>
          </a:r>
          <a:endParaRPr lang="en-US" sz="1700" kern="1200" dirty="0">
            <a:latin typeface="Aptos"/>
            <a:ea typeface="Calibri"/>
            <a:cs typeface="Arial"/>
          </a:endParaRPr>
        </a:p>
      </dsp:txBody>
      <dsp:txXfrm>
        <a:off x="1213261" y="5257144"/>
        <a:ext cx="7000357" cy="105044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3175D3-E7C8-4607-BDE6-7B5D0E9C9F5A}">
      <dsp:nvSpPr>
        <dsp:cNvPr id="0" name=""/>
        <dsp:cNvSpPr/>
      </dsp:nvSpPr>
      <dsp:spPr>
        <a:xfrm>
          <a:off x="0" y="4931"/>
          <a:ext cx="8213619" cy="1050442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C8B8F4-29FF-4007-B292-335CF22B1F61}">
      <dsp:nvSpPr>
        <dsp:cNvPr id="0" name=""/>
        <dsp:cNvSpPr/>
      </dsp:nvSpPr>
      <dsp:spPr>
        <a:xfrm>
          <a:off x="317758" y="241281"/>
          <a:ext cx="577743" cy="577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7D69B-3C45-4716-8323-9CA431BB7E92}">
      <dsp:nvSpPr>
        <dsp:cNvPr id="0" name=""/>
        <dsp:cNvSpPr/>
      </dsp:nvSpPr>
      <dsp:spPr>
        <a:xfrm>
          <a:off x="1213261" y="4931"/>
          <a:ext cx="7000357" cy="1050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72" tIns="111172" rIns="111172" bIns="11117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000000"/>
              </a:solidFill>
              <a:latin typeface="Aptos"/>
              <a:ea typeface="Calibri"/>
              <a:cs typeface="Calibri"/>
            </a:rPr>
            <a:t>Developed test plan for complete subsystem having a common PHY for XPCS ports, Display port and USB 3.2 controller. Prioritized individual. system's features, various PHY modes and </a:t>
          </a:r>
          <a:r>
            <a:rPr lang="en-US" sz="1700" kern="1200" dirty="0">
              <a:solidFill>
                <a:srgbClr val="000000"/>
              </a:solidFill>
              <a:latin typeface="Aptos"/>
              <a:cs typeface="Arial"/>
            </a:rPr>
            <a:t>configuration. </a:t>
          </a:r>
          <a:endParaRPr lang="en-US" sz="1700" kern="1200" dirty="0"/>
        </a:p>
      </dsp:txBody>
      <dsp:txXfrm>
        <a:off x="1213261" y="4931"/>
        <a:ext cx="7000357" cy="1050442"/>
      </dsp:txXfrm>
    </dsp:sp>
    <dsp:sp modelId="{909B59B9-E1E1-4B33-AFE5-5125ABCCED5B}">
      <dsp:nvSpPr>
        <dsp:cNvPr id="0" name=""/>
        <dsp:cNvSpPr/>
      </dsp:nvSpPr>
      <dsp:spPr>
        <a:xfrm>
          <a:off x="0" y="1317984"/>
          <a:ext cx="8213619" cy="1050442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E1ACE-B80D-4543-9191-CA41E85B9A23}">
      <dsp:nvSpPr>
        <dsp:cNvPr id="0" name=""/>
        <dsp:cNvSpPr/>
      </dsp:nvSpPr>
      <dsp:spPr>
        <a:xfrm>
          <a:off x="317758" y="1554334"/>
          <a:ext cx="577743" cy="5777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6DD6E3-22A7-466C-A7D1-4C8A2FEC5CC8}">
      <dsp:nvSpPr>
        <dsp:cNvPr id="0" name=""/>
        <dsp:cNvSpPr/>
      </dsp:nvSpPr>
      <dsp:spPr>
        <a:xfrm>
          <a:off x="1213261" y="1317984"/>
          <a:ext cx="7000357" cy="1050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72" tIns="111172" rIns="111172" bIns="111172" numCol="1" spcCol="1270" anchor="ctr" anchorCtr="0">
          <a:noAutofit/>
        </a:bodyPr>
        <a:lstStyle/>
        <a:p>
          <a:pPr marL="0" lvl="0" indent="0" algn="l" defTabSz="7556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000000"/>
              </a:solidFill>
              <a:latin typeface="Aptos"/>
              <a:ea typeface="Calibri"/>
              <a:cs typeface="Calibri"/>
            </a:rPr>
            <a:t>Developed design and verification testbench manifest files</a:t>
          </a:r>
          <a:r>
            <a:rPr lang="en-US" sz="1700" kern="1200" dirty="0">
              <a:solidFill>
                <a:srgbClr val="000000"/>
              </a:solidFill>
              <a:latin typeface="Aptos"/>
              <a:cs typeface="Arial"/>
            </a:rPr>
            <a:t>.  </a:t>
          </a:r>
          <a:endParaRPr lang="en-US" sz="1700" kern="1200" dirty="0">
            <a:solidFill>
              <a:srgbClr val="000000"/>
            </a:solidFill>
            <a:latin typeface="Grandview Display"/>
          </a:endParaRPr>
        </a:p>
      </dsp:txBody>
      <dsp:txXfrm>
        <a:off x="1213261" y="1317984"/>
        <a:ext cx="7000357" cy="1050442"/>
      </dsp:txXfrm>
    </dsp:sp>
    <dsp:sp modelId="{9A68A01C-AB00-4946-B558-49A6BEF9A15B}">
      <dsp:nvSpPr>
        <dsp:cNvPr id="0" name=""/>
        <dsp:cNvSpPr/>
      </dsp:nvSpPr>
      <dsp:spPr>
        <a:xfrm>
          <a:off x="0" y="2631038"/>
          <a:ext cx="8213619" cy="1050442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E6DE71-6D5B-4870-9814-52B49004F5D1}">
      <dsp:nvSpPr>
        <dsp:cNvPr id="0" name=""/>
        <dsp:cNvSpPr/>
      </dsp:nvSpPr>
      <dsp:spPr>
        <a:xfrm>
          <a:off x="317758" y="2867387"/>
          <a:ext cx="577743" cy="577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FF6A1B-433D-4E8A-B86A-2F2B307AA5B6}">
      <dsp:nvSpPr>
        <dsp:cNvPr id="0" name=""/>
        <dsp:cNvSpPr/>
      </dsp:nvSpPr>
      <dsp:spPr>
        <a:xfrm>
          <a:off x="1213261" y="2631038"/>
          <a:ext cx="7000357" cy="1050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72" tIns="111172" rIns="111172" bIns="11117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000000"/>
              </a:solidFill>
              <a:latin typeface="Aptos"/>
              <a:ea typeface="Calibri"/>
              <a:cs typeface="Calibri"/>
            </a:rPr>
            <a:t>Developed testbench top, environments files integrating USB, DP and XPCS agents with reuse from block level testbench</a:t>
          </a:r>
          <a:r>
            <a:rPr lang="en-US" sz="1700" kern="1200" dirty="0">
              <a:solidFill>
                <a:srgbClr val="000000"/>
              </a:solidFill>
              <a:latin typeface="Aptos"/>
              <a:cs typeface="Arial"/>
            </a:rPr>
            <a:t>. </a:t>
          </a:r>
          <a:endParaRPr lang="en-US" sz="1700" kern="1200" dirty="0">
            <a:solidFill>
              <a:srgbClr val="000000"/>
            </a:solidFill>
            <a:latin typeface="Aptos"/>
          </a:endParaRPr>
        </a:p>
      </dsp:txBody>
      <dsp:txXfrm>
        <a:off x="1213261" y="2631038"/>
        <a:ext cx="7000357" cy="1050442"/>
      </dsp:txXfrm>
    </dsp:sp>
    <dsp:sp modelId="{452887FF-57C2-44FB-A682-2D8487D762F1}">
      <dsp:nvSpPr>
        <dsp:cNvPr id="0" name=""/>
        <dsp:cNvSpPr/>
      </dsp:nvSpPr>
      <dsp:spPr>
        <a:xfrm>
          <a:off x="0" y="3944091"/>
          <a:ext cx="8213619" cy="1050442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F2B435-0C5D-4450-94A1-739D177C648D}">
      <dsp:nvSpPr>
        <dsp:cNvPr id="0" name=""/>
        <dsp:cNvSpPr/>
      </dsp:nvSpPr>
      <dsp:spPr>
        <a:xfrm>
          <a:off x="317758" y="4180441"/>
          <a:ext cx="577743" cy="5777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6CFA9C-5154-447D-A8DC-100C1EB62A4F}">
      <dsp:nvSpPr>
        <dsp:cNvPr id="0" name=""/>
        <dsp:cNvSpPr/>
      </dsp:nvSpPr>
      <dsp:spPr>
        <a:xfrm>
          <a:off x="1213261" y="3944091"/>
          <a:ext cx="7000357" cy="1050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72" tIns="111172" rIns="111172" bIns="11117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000000"/>
              </a:solidFill>
              <a:latin typeface="Aptos"/>
              <a:ea typeface="Calibri"/>
              <a:cs typeface="Calibri"/>
            </a:rPr>
            <a:t>Technically managed the team of 6 people for project</a:t>
          </a:r>
          <a:r>
            <a:rPr lang="en-US" sz="1700" kern="1200" dirty="0">
              <a:solidFill>
                <a:srgbClr val="000000"/>
              </a:solidFill>
              <a:latin typeface="Aptos"/>
              <a:cs typeface="Arial"/>
            </a:rPr>
            <a:t>. </a:t>
          </a:r>
          <a:endParaRPr lang="en-US" sz="1700" kern="1200" dirty="0">
            <a:solidFill>
              <a:srgbClr val="000000"/>
            </a:solidFill>
            <a:latin typeface="Aptos"/>
          </a:endParaRPr>
        </a:p>
      </dsp:txBody>
      <dsp:txXfrm>
        <a:off x="1213261" y="3944091"/>
        <a:ext cx="7000357" cy="1050442"/>
      </dsp:txXfrm>
    </dsp:sp>
    <dsp:sp modelId="{4D8DEA2E-B6CF-4586-A5B7-4AA363D9059F}">
      <dsp:nvSpPr>
        <dsp:cNvPr id="0" name=""/>
        <dsp:cNvSpPr/>
      </dsp:nvSpPr>
      <dsp:spPr>
        <a:xfrm>
          <a:off x="0" y="5257144"/>
          <a:ext cx="8213619" cy="1050442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8077F8-6F03-4996-B0E0-CA8A5A301AB3}">
      <dsp:nvSpPr>
        <dsp:cNvPr id="0" name=""/>
        <dsp:cNvSpPr/>
      </dsp:nvSpPr>
      <dsp:spPr>
        <a:xfrm>
          <a:off x="317758" y="5493494"/>
          <a:ext cx="577743" cy="5777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E281C3-A03C-4016-A4C3-102D2C7C13A4}">
      <dsp:nvSpPr>
        <dsp:cNvPr id="0" name=""/>
        <dsp:cNvSpPr/>
      </dsp:nvSpPr>
      <dsp:spPr>
        <a:xfrm>
          <a:off x="1213261" y="5257144"/>
          <a:ext cx="7000357" cy="1050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72" tIns="111172" rIns="111172" bIns="11117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Aptos"/>
              <a:ea typeface="Calibri"/>
              <a:cs typeface="Calibri"/>
            </a:rPr>
            <a:t>Client</a:t>
          </a:r>
          <a:r>
            <a:rPr lang="en-US" sz="1700" kern="1200" dirty="0">
              <a:solidFill>
                <a:srgbClr val="000000"/>
              </a:solidFill>
              <a:latin typeface="Aptos"/>
              <a:ea typeface="Calibri"/>
              <a:cs typeface="Calibri"/>
            </a:rPr>
            <a:t> Face, progress updates, Resolving team issues, support o team, scope updates. </a:t>
          </a:r>
          <a:endParaRPr lang="en-US" sz="1700" kern="1200" dirty="0">
            <a:latin typeface="Aptos"/>
            <a:ea typeface="Calibri"/>
            <a:cs typeface="Arial"/>
          </a:endParaRPr>
        </a:p>
      </dsp:txBody>
      <dsp:txXfrm>
        <a:off x="1213261" y="5257144"/>
        <a:ext cx="7000357" cy="10504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917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06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205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546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560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706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101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127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41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479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270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55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8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8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8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8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8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8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2AD8605A-36C2-E539-34FC-AA1453C964BB}"/>
              </a:ext>
            </a:extLst>
          </p:cNvPr>
          <p:cNvSpPr>
            <a:spLocks noGrp="1"/>
          </p:cNvSpPr>
          <p:nvPr/>
        </p:nvSpPr>
        <p:spPr>
          <a:xfrm>
            <a:off x="6096155" y="2038902"/>
            <a:ext cx="5483028" cy="21777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latin typeface="Walbaum Display"/>
              </a:rPr>
              <a:t>Neurotech Circuits</a:t>
            </a:r>
          </a:p>
          <a:p>
            <a:endParaRPr lang="en-US" sz="6600" dirty="0">
              <a:latin typeface="Walbaum Display"/>
            </a:endParaRPr>
          </a:p>
        </p:txBody>
      </p:sp>
      <p:pic>
        <p:nvPicPr>
          <p:cNvPr id="15" name="Picture 14" descr="A logo for a computer company&#10;&#10;Description automatically generated">
            <a:extLst>
              <a:ext uri="{FF2B5EF4-FFF2-40B4-BE49-F238E27FC236}">
                <a16:creationId xmlns:a16="http://schemas.microsoft.com/office/drawing/2014/main" id="{139CE6CF-905A-813D-B2BB-A0A1518CF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35" y="2440463"/>
            <a:ext cx="4032538" cy="4064289"/>
          </a:xfrm>
          <a:prstGeom prst="rect">
            <a:avLst/>
          </a:prstGeom>
          <a:ln w="28575">
            <a:solidFill>
              <a:srgbClr val="4472C4"/>
            </a:solidFill>
          </a:ln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0FD0260-2E24-3699-DEB2-DA1166365D09}"/>
              </a:ext>
            </a:extLst>
          </p:cNvPr>
          <p:cNvSpPr txBox="1"/>
          <p:nvPr/>
        </p:nvSpPr>
        <p:spPr>
          <a:xfrm>
            <a:off x="5180319" y="4214069"/>
            <a:ext cx="4652906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Pune </a:t>
            </a:r>
          </a:p>
          <a:p>
            <a:r>
              <a:rPr lang="en-US" dirty="0"/>
              <a:t>Office Address : </a:t>
            </a:r>
            <a:r>
              <a:rPr lang="en-US" dirty="0" err="1"/>
              <a:t>B201</a:t>
            </a:r>
            <a:r>
              <a:rPr lang="en-US" dirty="0"/>
              <a:t>, </a:t>
            </a:r>
            <a:r>
              <a:rPr lang="en-US" dirty="0" err="1"/>
              <a:t>Ratandham</a:t>
            </a:r>
            <a:r>
              <a:rPr lang="en-US" dirty="0"/>
              <a:t> </a:t>
            </a:r>
            <a:r>
              <a:rPr lang="en-US" dirty="0" err="1"/>
              <a:t>Naviepth</a:t>
            </a:r>
            <a:r>
              <a:rPr lang="en-US" dirty="0"/>
              <a:t> Pune. 411030</a:t>
            </a:r>
          </a:p>
          <a:p>
            <a:r>
              <a:rPr lang="en-US" dirty="0"/>
              <a:t>Registered address: 801, Vikrant, </a:t>
            </a:r>
            <a:r>
              <a:rPr lang="en-US" dirty="0" err="1"/>
              <a:t>Navipeth</a:t>
            </a:r>
            <a:r>
              <a:rPr lang="en-US" dirty="0"/>
              <a:t> Pune 411030</a:t>
            </a:r>
          </a:p>
          <a:p>
            <a:r>
              <a:rPr lang="en-US" dirty="0"/>
              <a:t>Company website : </a:t>
            </a:r>
            <a:r>
              <a:rPr lang="en-US" dirty="0" err="1"/>
              <a:t>www.neurotechc.com</a:t>
            </a:r>
            <a:endParaRPr lang="en-US"/>
          </a:p>
          <a:p>
            <a:r>
              <a:rPr lang="en-US" dirty="0"/>
              <a:t>Email id: </a:t>
            </a:r>
            <a:r>
              <a:rPr lang="en-US" dirty="0" err="1"/>
              <a:t>shailesh.vasekar@neurotechc.com</a:t>
            </a:r>
            <a:endParaRPr lang="en-US"/>
          </a:p>
          <a:p>
            <a:r>
              <a:rPr lang="en-US" dirty="0"/>
              <a:t>Phone number: +91 9881409591</a:t>
            </a:r>
          </a:p>
          <a:p>
            <a:r>
              <a:rPr lang="en-US" dirty="0"/>
              <a:t>Office: 2029997591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Content Placeholder 2">
            <a:extLst>
              <a:ext uri="{FF2B5EF4-FFF2-40B4-BE49-F238E27FC236}">
                <a16:creationId xmlns:a16="http://schemas.microsoft.com/office/drawing/2014/main" id="{A2D99843-8AC2-FA02-58D6-6E9D1C1C9F91}"/>
              </a:ext>
            </a:extLst>
          </p:cNvPr>
          <p:cNvGraphicFramePr>
            <a:graphicFrameLocks noGrp="1"/>
          </p:cNvGraphicFramePr>
          <p:nvPr/>
        </p:nvGraphicFramePr>
        <p:xfrm>
          <a:off x="3998574" y="260842"/>
          <a:ext cx="7975081" cy="6312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07" name="Title 1">
            <a:extLst>
              <a:ext uri="{FF2B5EF4-FFF2-40B4-BE49-F238E27FC236}">
                <a16:creationId xmlns:a16="http://schemas.microsoft.com/office/drawing/2014/main" id="{77192F7F-D3DC-81EC-C223-7640E6EC97A4}"/>
              </a:ext>
            </a:extLst>
          </p:cNvPr>
          <p:cNvSpPr txBox="1">
            <a:spLocks/>
          </p:cNvSpPr>
          <p:nvPr/>
        </p:nvSpPr>
        <p:spPr>
          <a:xfrm>
            <a:off x="364900" y="1540093"/>
            <a:ext cx="3468468" cy="341978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00B0F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0" dirty="0">
                <a:solidFill>
                  <a:schemeClr val="bg1"/>
                </a:solidFill>
                <a:latin typeface="Aptos Display"/>
                <a:ea typeface="+mn-ea"/>
                <a:cs typeface="+mn-cs"/>
              </a:rPr>
              <a:t>Neurotech</a:t>
            </a:r>
          </a:p>
          <a:p>
            <a:pPr algn="ctr"/>
            <a:r>
              <a:rPr lang="en-US" sz="6000" dirty="0">
                <a:solidFill>
                  <a:schemeClr val="bg1"/>
                </a:solidFill>
                <a:latin typeface="Aptos Display"/>
                <a:ea typeface="+mn-ea"/>
                <a:cs typeface="+mn-cs"/>
              </a:rPr>
              <a:t>Circuits &amp;</a:t>
            </a:r>
          </a:p>
          <a:p>
            <a:pPr algn="ctr"/>
            <a:r>
              <a:rPr lang="en-US" sz="6000" dirty="0">
                <a:solidFill>
                  <a:schemeClr val="bg1"/>
                </a:solidFill>
                <a:latin typeface="Aptos Display"/>
                <a:ea typeface="+mn-ea"/>
                <a:cs typeface="+mn-cs"/>
              </a:rPr>
              <a:t>Team</a:t>
            </a:r>
          </a:p>
        </p:txBody>
      </p:sp>
      <p:pic>
        <p:nvPicPr>
          <p:cNvPr id="18" name="Picture 17" descr="A logo for a computer company&#10;&#10;AI-generated content may be incorrect.">
            <a:extLst>
              <a:ext uri="{FF2B5EF4-FFF2-40B4-BE49-F238E27FC236}">
                <a16:creationId xmlns:a16="http://schemas.microsoft.com/office/drawing/2014/main" id="{0335BC04-E12D-37E7-22CD-A04FEA9CB7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121" y="122462"/>
            <a:ext cx="1768930" cy="127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641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B8D81-E109-CB0D-9127-6FBA2818B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Content Placeholder 2">
            <a:extLst>
              <a:ext uri="{FF2B5EF4-FFF2-40B4-BE49-F238E27FC236}">
                <a16:creationId xmlns:a16="http://schemas.microsoft.com/office/drawing/2014/main" id="{DA184449-9B52-F006-4A1F-D48477AF7DAA}"/>
              </a:ext>
            </a:extLst>
          </p:cNvPr>
          <p:cNvGraphicFramePr>
            <a:graphicFrameLocks noGrp="1"/>
          </p:cNvGraphicFramePr>
          <p:nvPr/>
        </p:nvGraphicFramePr>
        <p:xfrm>
          <a:off x="3978949" y="271728"/>
          <a:ext cx="8213619" cy="6312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07" name="Title 1">
            <a:extLst>
              <a:ext uri="{FF2B5EF4-FFF2-40B4-BE49-F238E27FC236}">
                <a16:creationId xmlns:a16="http://schemas.microsoft.com/office/drawing/2014/main" id="{200A2381-F7FF-D602-1F24-A96404F07D20}"/>
              </a:ext>
            </a:extLst>
          </p:cNvPr>
          <p:cNvSpPr txBox="1">
            <a:spLocks/>
          </p:cNvSpPr>
          <p:nvPr/>
        </p:nvSpPr>
        <p:spPr>
          <a:xfrm>
            <a:off x="540270" y="1540093"/>
            <a:ext cx="2937498" cy="35938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chemeClr val="bg1"/>
                </a:solidFill>
                <a:ea typeface="+mj-lt"/>
                <a:cs typeface="+mj-lt"/>
              </a:rPr>
              <a:t>ARM SoC Expert Verification</a:t>
            </a:r>
            <a:r>
              <a:rPr lang="en-US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en-US" b="1">
                <a:solidFill>
                  <a:schemeClr val="bg1"/>
                </a:solidFill>
                <a:ea typeface="+mj-lt"/>
                <a:cs typeface="+mj-lt"/>
              </a:rPr>
              <a:t>Solutions</a:t>
            </a:r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:</a:t>
            </a:r>
          </a:p>
          <a:p>
            <a:pPr algn="ctr"/>
            <a:r>
              <a:rPr lang="en-US" sz="2800">
                <a:solidFill>
                  <a:schemeClr val="bg1"/>
                </a:solidFill>
                <a:ea typeface="+mj-lt"/>
                <a:cs typeface="+mj-lt"/>
              </a:rPr>
              <a:t>Cortex-R &amp; Cortex-A</a:t>
            </a:r>
            <a:r>
              <a:rPr lang="en-US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endParaRPr lang="en-US" dirty="0">
              <a:solidFill>
                <a:schemeClr val="bg1"/>
              </a:solidFill>
              <a:ea typeface="+mn-ea"/>
              <a:cs typeface="+mn-cs"/>
            </a:endParaRPr>
          </a:p>
        </p:txBody>
      </p:sp>
      <p:pic>
        <p:nvPicPr>
          <p:cNvPr id="569" name="Picture 568" descr="A logo for a computer company&#10;&#10;AI-generated content may be incorrect.">
            <a:extLst>
              <a:ext uri="{FF2B5EF4-FFF2-40B4-BE49-F238E27FC236}">
                <a16:creationId xmlns:a16="http://schemas.microsoft.com/office/drawing/2014/main" id="{A0D8F3E0-4064-7989-0D75-52BAE10585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121" y="122462"/>
            <a:ext cx="1768930" cy="127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180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D85098-98B4-E838-FB11-B2CEE3722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Content Placeholder 2">
            <a:extLst>
              <a:ext uri="{FF2B5EF4-FFF2-40B4-BE49-F238E27FC236}">
                <a16:creationId xmlns:a16="http://schemas.microsoft.com/office/drawing/2014/main" id="{38E76CAB-3890-05F4-7A89-5D293B42CC71}"/>
              </a:ext>
            </a:extLst>
          </p:cNvPr>
          <p:cNvGraphicFramePr>
            <a:graphicFrameLocks noGrp="1"/>
          </p:cNvGraphicFramePr>
          <p:nvPr/>
        </p:nvGraphicFramePr>
        <p:xfrm>
          <a:off x="3978949" y="271728"/>
          <a:ext cx="8213619" cy="6312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07" name="Title 1">
            <a:extLst>
              <a:ext uri="{FF2B5EF4-FFF2-40B4-BE49-F238E27FC236}">
                <a16:creationId xmlns:a16="http://schemas.microsoft.com/office/drawing/2014/main" id="{EAEF6122-D15A-B9DF-83F8-3D98ED532E72}"/>
              </a:ext>
            </a:extLst>
          </p:cNvPr>
          <p:cNvSpPr txBox="1">
            <a:spLocks/>
          </p:cNvSpPr>
          <p:nvPr/>
        </p:nvSpPr>
        <p:spPr>
          <a:xfrm>
            <a:off x="540270" y="1540093"/>
            <a:ext cx="2937498" cy="35938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  <a:ea typeface="+mj-lt"/>
                <a:cs typeface="+mj-lt"/>
              </a:rPr>
              <a:t>ARM SoC Expert Verifi</a:t>
            </a:r>
            <a:r>
              <a:rPr lang="en-US" b="1">
                <a:solidFill>
                  <a:schemeClr val="bg1"/>
                </a:solidFill>
                <a:ea typeface="+mj-lt"/>
                <a:cs typeface="+mj-lt"/>
              </a:rPr>
              <a:t>cation  </a:t>
            </a:r>
            <a:endParaRPr lang="en-US" b="1">
              <a:solidFill>
                <a:schemeClr val="bg1"/>
              </a:solidFill>
            </a:endParaRPr>
          </a:p>
          <a:p>
            <a:pPr algn="ctr"/>
            <a:r>
              <a:rPr lang="en-US" b="1">
                <a:solidFill>
                  <a:schemeClr val="bg1"/>
                </a:solidFill>
                <a:ea typeface="+mj-lt"/>
                <a:cs typeface="+mj-lt"/>
              </a:rPr>
              <a:t>Solutions:</a:t>
            </a:r>
            <a:endParaRPr lang="en-US" b="1">
              <a:solidFill>
                <a:schemeClr val="bg1"/>
              </a:solidFill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ea typeface="+mj-lt"/>
                <a:cs typeface="+mj-lt"/>
              </a:rPr>
              <a:t>Quick testbench </a:t>
            </a:r>
            <a:r>
              <a:rPr lang="en-US" sz="2800">
                <a:solidFill>
                  <a:schemeClr val="bg1"/>
                </a:solidFill>
                <a:ea typeface="+mj-lt"/>
                <a:cs typeface="+mj-lt"/>
              </a:rPr>
              <a:t>bring up</a:t>
            </a:r>
            <a:r>
              <a:rPr lang="en-US" sz="2800" dirty="0">
                <a:solidFill>
                  <a:schemeClr val="bg1"/>
                </a:solidFill>
                <a:ea typeface="+mj-lt"/>
                <a:cs typeface="+mj-lt"/>
              </a:rPr>
              <a:t> Environment &amp; </a:t>
            </a:r>
            <a:r>
              <a:rPr lang="en-US" sz="2800">
                <a:solidFill>
                  <a:schemeClr val="bg1"/>
                </a:solidFill>
                <a:ea typeface="+mj-lt"/>
                <a:cs typeface="+mj-lt"/>
              </a:rPr>
              <a:t>flow</a:t>
            </a:r>
            <a:endParaRPr lang="en-US" sz="2800">
              <a:solidFill>
                <a:schemeClr val="bg1"/>
              </a:solidFill>
              <a:ea typeface="+mn-ea"/>
              <a:cs typeface="+mn-cs"/>
            </a:endParaRPr>
          </a:p>
        </p:txBody>
      </p:sp>
      <p:pic>
        <p:nvPicPr>
          <p:cNvPr id="569" name="Picture 568" descr="A logo for a computer company&#10;&#10;AI-generated content may be incorrect.">
            <a:extLst>
              <a:ext uri="{FF2B5EF4-FFF2-40B4-BE49-F238E27FC236}">
                <a16:creationId xmlns:a16="http://schemas.microsoft.com/office/drawing/2014/main" id="{54799398-8463-82E4-F037-B42090ECF1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121" y="122462"/>
            <a:ext cx="1768930" cy="127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812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A513C1-40C1-D4F2-2387-652DE1D01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Content Placeholder 2">
            <a:extLst>
              <a:ext uri="{FF2B5EF4-FFF2-40B4-BE49-F238E27FC236}">
                <a16:creationId xmlns:a16="http://schemas.microsoft.com/office/drawing/2014/main" id="{6FE3D0A0-DBFA-99DE-11AA-615F2BA4C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873430"/>
              </p:ext>
            </p:extLst>
          </p:nvPr>
        </p:nvGraphicFramePr>
        <p:xfrm>
          <a:off x="3783006" y="184642"/>
          <a:ext cx="8213619" cy="6312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07" name="Title 1">
            <a:extLst>
              <a:ext uri="{FF2B5EF4-FFF2-40B4-BE49-F238E27FC236}">
                <a16:creationId xmlns:a16="http://schemas.microsoft.com/office/drawing/2014/main" id="{CB94B19B-94BC-4B19-DA30-C0ED0BF8507C}"/>
              </a:ext>
            </a:extLst>
          </p:cNvPr>
          <p:cNvSpPr txBox="1">
            <a:spLocks/>
          </p:cNvSpPr>
          <p:nvPr/>
        </p:nvSpPr>
        <p:spPr>
          <a:xfrm>
            <a:off x="540270" y="1540093"/>
            <a:ext cx="2937498" cy="35938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Aptos Display"/>
                <a:ea typeface="+mn-ea"/>
                <a:cs typeface="+mn-cs"/>
              </a:rPr>
              <a:t>Project: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latin typeface="Aptos Display"/>
                <a:ea typeface="+mn-ea"/>
                <a:cs typeface="+mn-cs"/>
              </a:rPr>
              <a:t>Multi Die ARM </a:t>
            </a:r>
            <a:r>
              <a:rPr lang="en-US" dirty="0">
                <a:solidFill>
                  <a:schemeClr val="bg1"/>
                </a:solidFill>
                <a:latin typeface="Aptos Display"/>
                <a:ea typeface="+mn-ea"/>
                <a:cs typeface="+mn-cs"/>
              </a:rPr>
              <a:t>based SOC verification</a:t>
            </a:r>
            <a:endParaRPr lang="en-US">
              <a:solidFill>
                <a:schemeClr val="bg1"/>
              </a:solidFill>
              <a:ea typeface="+mn-ea"/>
              <a:cs typeface="+mn-cs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Aptos Display"/>
                <a:ea typeface="+mn-ea"/>
                <a:cs typeface="+mn-cs"/>
              </a:rPr>
              <a:t>Client</a:t>
            </a:r>
            <a:r>
              <a:rPr lang="en-US" sz="3700" dirty="0">
                <a:solidFill>
                  <a:schemeClr val="bg1"/>
                </a:solidFill>
                <a:latin typeface="Aptos Display"/>
                <a:ea typeface="+mn-ea"/>
                <a:cs typeface="+mn-cs"/>
              </a:rPr>
              <a:t>: </a:t>
            </a:r>
            <a:r>
              <a:rPr lang="en-US" sz="3700" b="1" dirty="0">
                <a:solidFill>
                  <a:schemeClr val="bg1"/>
                </a:solidFill>
                <a:latin typeface="Aptos Display"/>
                <a:ea typeface="+mn-ea"/>
                <a:cs typeface="+mn-cs"/>
              </a:rPr>
              <a:t>ARM, UK</a:t>
            </a:r>
          </a:p>
        </p:txBody>
      </p:sp>
      <p:pic>
        <p:nvPicPr>
          <p:cNvPr id="19" name="Picture 18" descr="A logo for a computer company&#10;&#10;AI-generated content may be incorrect.">
            <a:extLst>
              <a:ext uri="{FF2B5EF4-FFF2-40B4-BE49-F238E27FC236}">
                <a16:creationId xmlns:a16="http://schemas.microsoft.com/office/drawing/2014/main" id="{D0D82D6B-A417-1793-CC24-DFE3060611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121" y="122462"/>
            <a:ext cx="1768930" cy="127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197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69FFCB-4F60-A948-F370-16A6803D6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Content Placeholder 2">
            <a:extLst>
              <a:ext uri="{FF2B5EF4-FFF2-40B4-BE49-F238E27FC236}">
                <a16:creationId xmlns:a16="http://schemas.microsoft.com/office/drawing/2014/main" id="{867F9B6E-1B5B-4831-085B-00FFE83EF41F}"/>
              </a:ext>
            </a:extLst>
          </p:cNvPr>
          <p:cNvGraphicFramePr>
            <a:graphicFrameLocks noGrp="1"/>
          </p:cNvGraphicFramePr>
          <p:nvPr/>
        </p:nvGraphicFramePr>
        <p:xfrm>
          <a:off x="3978949" y="271728"/>
          <a:ext cx="8213619" cy="6312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07" name="Title 1">
            <a:extLst>
              <a:ext uri="{FF2B5EF4-FFF2-40B4-BE49-F238E27FC236}">
                <a16:creationId xmlns:a16="http://schemas.microsoft.com/office/drawing/2014/main" id="{AF426084-5420-6C99-EFC0-F57ECF2FFC22}"/>
              </a:ext>
            </a:extLst>
          </p:cNvPr>
          <p:cNvSpPr txBox="1">
            <a:spLocks/>
          </p:cNvSpPr>
          <p:nvPr/>
        </p:nvSpPr>
        <p:spPr>
          <a:xfrm>
            <a:off x="540270" y="1540093"/>
            <a:ext cx="2937498" cy="35938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Aptos"/>
                <a:ea typeface="+mn-ea"/>
                <a:cs typeface="+mn-cs"/>
              </a:rPr>
              <a:t>Project: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en-US">
                <a:solidFill>
                  <a:schemeClr val="bg1"/>
                </a:solidFill>
                <a:latin typeface="Aptos"/>
                <a:ea typeface="+mn-ea"/>
                <a:cs typeface="+mn-cs"/>
              </a:rPr>
              <a:t>PCIe Gen-6 </a:t>
            </a:r>
            <a:r>
              <a:rPr lang="en-US" dirty="0">
                <a:solidFill>
                  <a:schemeClr val="bg1"/>
                </a:solidFill>
                <a:latin typeface="Aptos"/>
                <a:ea typeface="+mn-ea"/>
                <a:cs typeface="+mn-cs"/>
              </a:rPr>
              <a:t>to AXI Bridge</a:t>
            </a:r>
            <a:endParaRPr lang="en-US">
              <a:solidFill>
                <a:schemeClr val="bg1"/>
              </a:solidFill>
              <a:ea typeface="+mn-ea"/>
              <a:cs typeface="+mn-cs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Aptos"/>
                <a:ea typeface="+mn-ea"/>
                <a:cs typeface="+mn-cs"/>
              </a:rPr>
              <a:t>Client</a:t>
            </a:r>
            <a:r>
              <a:rPr lang="en-US" sz="3600" dirty="0">
                <a:solidFill>
                  <a:schemeClr val="bg1"/>
                </a:solidFill>
                <a:latin typeface="Aptos"/>
                <a:ea typeface="+mn-ea"/>
                <a:cs typeface="+mn-cs"/>
              </a:rPr>
              <a:t>: </a:t>
            </a:r>
            <a:r>
              <a:rPr lang="en-US" sz="3600" b="1" dirty="0">
                <a:solidFill>
                  <a:schemeClr val="bg1"/>
                </a:solidFill>
                <a:latin typeface="Aptos"/>
                <a:ea typeface="+mn-ea"/>
                <a:cs typeface="+mn-cs"/>
              </a:rPr>
              <a:t>Synopsys, 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  <a:latin typeface="Aptos"/>
                <a:ea typeface="+mn-ea"/>
                <a:cs typeface="+mn-cs"/>
              </a:rPr>
              <a:t>Portugal</a:t>
            </a:r>
            <a:endParaRPr lang="en-US" b="1" dirty="0">
              <a:solidFill>
                <a:schemeClr val="bg1"/>
              </a:solidFill>
              <a:ea typeface="+mn-ea"/>
              <a:cs typeface="+mn-cs"/>
            </a:endParaRPr>
          </a:p>
        </p:txBody>
      </p:sp>
      <p:pic>
        <p:nvPicPr>
          <p:cNvPr id="16" name="Picture 15" descr="A logo for a computer company&#10;&#10;AI-generated content may be incorrect.">
            <a:extLst>
              <a:ext uri="{FF2B5EF4-FFF2-40B4-BE49-F238E27FC236}">
                <a16:creationId xmlns:a16="http://schemas.microsoft.com/office/drawing/2014/main" id="{9D379B8F-672D-3733-8560-CF8588CDB0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121" y="122462"/>
            <a:ext cx="1768930" cy="127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38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62B81-D69A-FF88-51A5-A616AECDD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05" y="1492592"/>
            <a:ext cx="3098168" cy="4194976"/>
          </a:xfr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Walbaum Display"/>
              </a:rPr>
              <a:t>  </a:t>
            </a:r>
            <a:r>
              <a:rPr lang="en-US" sz="3200">
                <a:solidFill>
                  <a:schemeClr val="bg1"/>
                </a:solidFill>
                <a:latin typeface="Aptos"/>
              </a:rPr>
              <a:t>Project:</a:t>
            </a:r>
            <a:br>
              <a:rPr lang="en-US" sz="4800" dirty="0">
                <a:solidFill>
                  <a:schemeClr val="tx1"/>
                </a:solidFill>
                <a:latin typeface="Walbaum Display"/>
              </a:rPr>
            </a:br>
            <a:r>
              <a:rPr lang="en-US" sz="3200">
                <a:solidFill>
                  <a:schemeClr val="bg1"/>
                </a:solidFill>
                <a:latin typeface="Aptos"/>
              </a:rPr>
              <a:t>RISC-V </a:t>
            </a:r>
            <a:r>
              <a:rPr lang="en-US" sz="3200" dirty="0">
                <a:solidFill>
                  <a:schemeClr val="bg1"/>
                </a:solidFill>
                <a:latin typeface="Aptos"/>
              </a:rPr>
              <a:t>Extension E IP Verification</a:t>
            </a:r>
            <a:br>
              <a:rPr lang="en-US" sz="3200" dirty="0">
                <a:solidFill>
                  <a:schemeClr val="bg1"/>
                </a:solidFill>
                <a:latin typeface="Aptos"/>
              </a:rPr>
            </a:br>
            <a:r>
              <a:rPr lang="en-US" sz="3200" dirty="0">
                <a:solidFill>
                  <a:schemeClr val="bg1"/>
                </a:solidFill>
                <a:latin typeface="Aptos Display"/>
              </a:rPr>
              <a:t>Client</a:t>
            </a:r>
            <a:r>
              <a:rPr lang="en-US" sz="3600" dirty="0">
                <a:solidFill>
                  <a:schemeClr val="bg1"/>
                </a:solidFill>
                <a:latin typeface="Aptos Display"/>
              </a:rPr>
              <a:t>: </a:t>
            </a:r>
            <a:r>
              <a:rPr lang="en-US" sz="3600" b="1" dirty="0">
                <a:solidFill>
                  <a:schemeClr val="bg1"/>
                </a:solidFill>
                <a:latin typeface="Aptos Display"/>
              </a:rPr>
              <a:t>RAMBUS, US</a:t>
            </a:r>
            <a:br>
              <a:rPr lang="en-US" sz="4800" dirty="0">
                <a:solidFill>
                  <a:schemeClr val="bg1"/>
                </a:solidFill>
                <a:latin typeface="Aptos Display"/>
              </a:rPr>
            </a:br>
            <a:endParaRPr lang="en-US">
              <a:solidFill>
                <a:schemeClr val="bg1"/>
              </a:solidFill>
              <a:latin typeface="Aptos Display"/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06846569-E28D-4588-52D3-465A5E82BE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2942384"/>
              </p:ext>
            </p:extLst>
          </p:nvPr>
        </p:nvGraphicFramePr>
        <p:xfrm>
          <a:off x="4003819" y="160801"/>
          <a:ext cx="8187105" cy="6538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4" name="Picture 23" descr="A logo for a computer company&#10;&#10;AI-generated content may be incorrect.">
            <a:extLst>
              <a:ext uri="{FF2B5EF4-FFF2-40B4-BE49-F238E27FC236}">
                <a16:creationId xmlns:a16="http://schemas.microsoft.com/office/drawing/2014/main" id="{70A8C3AE-1F11-C9DA-1802-B23826EA99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121" y="122462"/>
            <a:ext cx="1768930" cy="127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92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604811-2A4E-2646-DA49-8E0844E20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Content Placeholder 2">
            <a:extLst>
              <a:ext uri="{FF2B5EF4-FFF2-40B4-BE49-F238E27FC236}">
                <a16:creationId xmlns:a16="http://schemas.microsoft.com/office/drawing/2014/main" id="{DBD34294-6E05-D9AD-F235-2F91F1D2A188}"/>
              </a:ext>
            </a:extLst>
          </p:cNvPr>
          <p:cNvGraphicFramePr>
            <a:graphicFrameLocks noGrp="1"/>
          </p:cNvGraphicFramePr>
          <p:nvPr/>
        </p:nvGraphicFramePr>
        <p:xfrm>
          <a:off x="3165168" y="271139"/>
          <a:ext cx="8213619" cy="6312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07" name="Title 1">
            <a:extLst>
              <a:ext uri="{FF2B5EF4-FFF2-40B4-BE49-F238E27FC236}">
                <a16:creationId xmlns:a16="http://schemas.microsoft.com/office/drawing/2014/main" id="{62468C19-285C-5337-AD6B-1829AD6ED971}"/>
              </a:ext>
            </a:extLst>
          </p:cNvPr>
          <p:cNvSpPr txBox="1">
            <a:spLocks/>
          </p:cNvSpPr>
          <p:nvPr/>
        </p:nvSpPr>
        <p:spPr>
          <a:xfrm>
            <a:off x="36291" y="1483311"/>
            <a:ext cx="3013698" cy="35938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Aptos"/>
                <a:ea typeface="+mn-ea"/>
                <a:cs typeface="+mn-cs"/>
              </a:rPr>
              <a:t>Project: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ptos"/>
                <a:ea typeface="+mn-ea"/>
                <a:cs typeface="+mn-cs"/>
              </a:rPr>
              <a:t>Subsystem  based</a:t>
            </a:r>
            <a:r>
              <a:rPr lang="en-US" sz="2800" dirty="0">
                <a:solidFill>
                  <a:schemeClr val="bg1"/>
                </a:solidFill>
                <a:latin typeface="Aptos"/>
                <a:ea typeface="+mn-ea"/>
                <a:cs typeface="+mn-cs"/>
              </a:rPr>
              <a:t> </a:t>
            </a:r>
            <a:r>
              <a:rPr lang="en-US" sz="2800">
                <a:solidFill>
                  <a:schemeClr val="bg1"/>
                </a:solidFill>
                <a:latin typeface="Aptos Display"/>
                <a:ea typeface="+mn-ea"/>
                <a:cs typeface="+mn-cs"/>
              </a:rPr>
              <a:t>verification</a:t>
            </a:r>
            <a:r>
              <a:rPr lang="en-US" dirty="0">
                <a:solidFill>
                  <a:schemeClr val="bg1"/>
                </a:solidFill>
                <a:latin typeface="Aptos Display"/>
                <a:ea typeface="+mn-ea"/>
                <a:cs typeface="+mn-cs"/>
              </a:rPr>
              <a:t> </a:t>
            </a:r>
            <a:endParaRPr lang="en-US" dirty="0">
              <a:solidFill>
                <a:schemeClr val="bg1"/>
              </a:solidFill>
              <a:latin typeface="Grandview Display"/>
              <a:ea typeface="+mn-ea"/>
              <a:cs typeface="+mn-cs"/>
            </a:endParaRPr>
          </a:p>
          <a:p>
            <a:pPr algn="ctr"/>
            <a:r>
              <a:rPr lang="en-US">
                <a:solidFill>
                  <a:schemeClr val="bg1"/>
                </a:solidFill>
                <a:latin typeface="Aptos Display"/>
                <a:ea typeface="+mn-ea"/>
                <a:cs typeface="+mn-cs"/>
              </a:rPr>
              <a:t>Client: Synopsys, </a:t>
            </a:r>
            <a:r>
              <a:rPr lang="en-US" dirty="0">
                <a:solidFill>
                  <a:schemeClr val="bg1"/>
                </a:solidFill>
                <a:latin typeface="Aptos Display"/>
                <a:ea typeface="+mn-ea"/>
                <a:cs typeface="+mn-cs"/>
              </a:rPr>
              <a:t>US/India</a:t>
            </a:r>
            <a:endParaRPr lang="en-US">
              <a:solidFill>
                <a:schemeClr val="bg1"/>
              </a:solidFill>
              <a:latin typeface="Grandview Display"/>
              <a:ea typeface="+mn-ea"/>
              <a:cs typeface="+mn-cs"/>
            </a:endParaRPr>
          </a:p>
          <a:p>
            <a:pPr algn="ctr"/>
            <a:endParaRPr lang="en-US" sz="3600" dirty="0">
              <a:solidFill>
                <a:schemeClr val="bg1"/>
              </a:solidFill>
              <a:latin typeface="Aptos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4836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604811-2A4E-2646-DA49-8E0844E20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Content Placeholder 2">
            <a:extLst>
              <a:ext uri="{FF2B5EF4-FFF2-40B4-BE49-F238E27FC236}">
                <a16:creationId xmlns:a16="http://schemas.microsoft.com/office/drawing/2014/main" id="{DBD34294-6E05-D9AD-F235-2F91F1D2A188}"/>
              </a:ext>
            </a:extLst>
          </p:cNvPr>
          <p:cNvGraphicFramePr>
            <a:graphicFrameLocks noGrp="1"/>
          </p:cNvGraphicFramePr>
          <p:nvPr/>
        </p:nvGraphicFramePr>
        <p:xfrm>
          <a:off x="3165168" y="271139"/>
          <a:ext cx="8213619" cy="6312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07" name="Title 1">
            <a:extLst>
              <a:ext uri="{FF2B5EF4-FFF2-40B4-BE49-F238E27FC236}">
                <a16:creationId xmlns:a16="http://schemas.microsoft.com/office/drawing/2014/main" id="{62468C19-285C-5337-AD6B-1829AD6ED971}"/>
              </a:ext>
            </a:extLst>
          </p:cNvPr>
          <p:cNvSpPr txBox="1">
            <a:spLocks/>
          </p:cNvSpPr>
          <p:nvPr/>
        </p:nvSpPr>
        <p:spPr>
          <a:xfrm>
            <a:off x="36291" y="1483311"/>
            <a:ext cx="3013698" cy="35938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/>
              <a:t>Project:</a:t>
            </a:r>
            <a:endParaRPr lang="en-US"/>
          </a:p>
          <a:p>
            <a:pPr algn="ctr"/>
            <a:r>
              <a:rPr lang="en-US" sz="3600"/>
              <a:t>Subsystem</a:t>
            </a:r>
            <a:r>
              <a:rPr lang="en-US" sz="3600" dirty="0">
                <a:solidFill>
                  <a:srgbClr val="0D1C3B"/>
                </a:solidFill>
                <a:latin typeface="Grandview Display"/>
                <a:ea typeface="+mn-ea"/>
                <a:cs typeface="+mn-cs"/>
              </a:rPr>
              <a:t> level </a:t>
            </a:r>
            <a:r>
              <a:rPr lang="en-US" dirty="0">
                <a:solidFill>
                  <a:schemeClr val="bg1"/>
                </a:solidFill>
                <a:latin typeface="Aptos Display"/>
                <a:ea typeface="+mn-ea"/>
                <a:cs typeface="+mn-cs"/>
              </a:rPr>
              <a:t>verification</a:t>
            </a:r>
            <a:endParaRPr lang="en-US">
              <a:solidFill>
                <a:schemeClr val="bg1"/>
              </a:solidFill>
              <a:ea typeface="+mn-ea"/>
              <a:cs typeface="+mn-cs"/>
            </a:endParaRPr>
          </a:p>
          <a:p>
            <a:pPr marL="285750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latin typeface="Aptos Display"/>
                <a:ea typeface="+mn-ea"/>
                <a:cs typeface="+mn-cs"/>
              </a:rPr>
              <a:t>Client: Synopsys, US/India</a:t>
            </a:r>
          </a:p>
          <a:p>
            <a:pPr algn="ctr"/>
            <a:endParaRPr lang="en-US" sz="3600" dirty="0">
              <a:solidFill>
                <a:schemeClr val="bg1"/>
              </a:solidFill>
              <a:latin typeface="Aptos Display"/>
              <a:ea typeface="+mn-ea"/>
              <a:cs typeface="+mn-cs"/>
            </a:endParaRPr>
          </a:p>
        </p:txBody>
      </p:sp>
      <p:pic>
        <p:nvPicPr>
          <p:cNvPr id="19" name="Picture 18" descr="A logo for a computer company&#10;&#10;AI-generated content may be incorrect.">
            <a:extLst>
              <a:ext uri="{FF2B5EF4-FFF2-40B4-BE49-F238E27FC236}">
                <a16:creationId xmlns:a16="http://schemas.microsoft.com/office/drawing/2014/main" id="{B0428E66-24AF-A080-DC6D-003F3D7F2A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121" y="122462"/>
            <a:ext cx="1768930" cy="127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295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2078320-3A26-B4CD-2CC5-5E7EC0530223}"/>
              </a:ext>
            </a:extLst>
          </p:cNvPr>
          <p:cNvSpPr txBox="1"/>
          <p:nvPr/>
        </p:nvSpPr>
        <p:spPr>
          <a:xfrm>
            <a:off x="4089697" y="2872578"/>
            <a:ext cx="4537169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600" dirty="0">
                <a:latin typeface="Walbaum Display"/>
              </a:rPr>
              <a:t>Thank You</a:t>
            </a:r>
          </a:p>
        </p:txBody>
      </p:sp>
      <p:pic>
        <p:nvPicPr>
          <p:cNvPr id="3" name="Picture 2" descr="A logo for a computer company&#10;&#10;AI-generated content may be incorrect.">
            <a:extLst>
              <a:ext uri="{FF2B5EF4-FFF2-40B4-BE49-F238E27FC236}">
                <a16:creationId xmlns:a16="http://schemas.microsoft.com/office/drawing/2014/main" id="{26BADFAA-0915-AAC9-3194-9AD73191C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21" y="122462"/>
            <a:ext cx="1768930" cy="127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39092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DashVTI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Project: RISC-V Extension E IP Verification Client: RAMBUS, US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1596</cp:revision>
  <dcterms:created xsi:type="dcterms:W3CDTF">2013-07-15T20:26:40Z</dcterms:created>
  <dcterms:modified xsi:type="dcterms:W3CDTF">2026-03-05T08:13:02Z</dcterms:modified>
</cp:coreProperties>
</file>